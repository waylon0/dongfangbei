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 id="2147483670" r:id="rId3"/>
  </p:sldMasterIdLst>
  <p:notesMasterIdLst>
    <p:notesMasterId r:id="rId19"/>
  </p:notesMasterIdLst>
  <p:sldIdLst>
    <p:sldId id="256" r:id="rId4"/>
    <p:sldId id="324" r:id="rId5"/>
    <p:sldId id="332" r:id="rId6"/>
    <p:sldId id="325" r:id="rId7"/>
    <p:sldId id="422" r:id="rId8"/>
    <p:sldId id="423" r:id="rId9"/>
    <p:sldId id="424" r:id="rId10"/>
    <p:sldId id="425" r:id="rId11"/>
    <p:sldId id="429" r:id="rId12"/>
    <p:sldId id="389" r:id="rId13"/>
    <p:sldId id="398" r:id="rId14"/>
    <p:sldId id="426" r:id="rId15"/>
    <p:sldId id="327" r:id="rId16"/>
    <p:sldId id="428" r:id="rId17"/>
    <p:sldId id="269" r:id="rId18"/>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20" userDrawn="1">
          <p15:clr>
            <a:srgbClr val="A4A3A4"/>
          </p15:clr>
        </p15:guide>
        <p15:guide id="2" pos="7256" userDrawn="1">
          <p15:clr>
            <a:srgbClr val="A4A3A4"/>
          </p15:clr>
        </p15:guide>
        <p15:guide id="3" orient="horz" pos="569" userDrawn="1">
          <p15:clr>
            <a:srgbClr val="A4A3A4"/>
          </p15:clr>
        </p15:guide>
        <p15:guide id="4" orient="horz" pos="784" userDrawn="1">
          <p15:clr>
            <a:srgbClr val="A4A3A4"/>
          </p15:clr>
        </p15:guide>
        <p15:guide id="6" orient="horz" pos="409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1D5FF"/>
    <a:srgbClr val="C6E6A2"/>
    <a:srgbClr val="FFDF7F"/>
    <a:srgbClr val="E5DAEE"/>
    <a:srgbClr val="EEF0F3"/>
    <a:srgbClr val="CE3E3E"/>
    <a:srgbClr val="003778"/>
    <a:srgbClr val="6591C3"/>
    <a:srgbClr val="2E2E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3074" autoAdjust="0"/>
  </p:normalViewPr>
  <p:slideViewPr>
    <p:cSldViewPr snapToGrid="0" showGuides="1">
      <p:cViewPr varScale="1">
        <p:scale>
          <a:sx n="99" d="100"/>
          <a:sy n="99" d="100"/>
        </p:scale>
        <p:origin x="768" y="78"/>
      </p:cViewPr>
      <p:guideLst>
        <p:guide pos="320"/>
        <p:guide pos="7256"/>
        <p:guide orient="horz" pos="569"/>
        <p:guide orient="horz" pos="784"/>
        <p:guide orient="horz" pos="409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87" d="100"/>
          <a:sy n="87" d="100"/>
        </p:scale>
        <p:origin x="3840"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2.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1.xml"/><Relationship Id="rId16" Type="http://schemas.openxmlformats.org/officeDocument/2006/relationships/slide" Target="slides/slide13.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417A5D-4AFF-4403-B041-A6C56E8B0CBB}" type="datetimeFigureOut">
              <a:rPr lang="zh-CN" altLang="en-US" smtClean="0"/>
              <a:t>2026/5/12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571814-2223-4BFC-8BE5-1126BBFF3EB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A571814-2223-4BFC-8BE5-1126BBFF3EBC}"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33105-DED6-FD66-8F8B-3F516FC6F9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D10C8B-36BB-3C46-A19E-0001BAFCB12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B93E9B0-AE1D-A585-20B5-B34DC8FA6F52}"/>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848691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19F3A-234B-E9B9-5256-D0BAA279AC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396228-7218-4301-7959-AA96F631191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9B49DEEF-0A60-A3DD-7480-575ACE050844}"/>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451428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C5DBA-1DCB-C90A-EC7A-775AE04976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9E256E-86C9-6C3D-7065-1A8689DCA495}"/>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20F46DA-3977-35D0-5541-C601EDC5E851}"/>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893154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61F9E-7536-8B57-3C3E-119C6430F1B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9B9EC11-BF3E-FCB8-2207-E3EFEA6DAF5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517EE45-6198-44B8-D703-85909E62CF1D}"/>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240826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A571814-2223-4BFC-8BE5-1126BBFF3EBC}" type="slidenum">
              <a:rPr lang="zh-CN" altLang="en-US" smtClean="0"/>
              <a:t>10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7" name="任意多边形: 形状 16"/>
          <p:cNvSpPr/>
          <p:nvPr userDrawn="1"/>
        </p:nvSpPr>
        <p:spPr>
          <a:xfrm>
            <a:off x="0" y="0"/>
            <a:ext cx="12192000" cy="6857999"/>
          </a:xfrm>
          <a:custGeom>
            <a:avLst/>
            <a:gdLst>
              <a:gd name="connsiteX0" fmla="*/ 373694 w 12192000"/>
              <a:gd name="connsiteY0" fmla="*/ 254634 h 6857999"/>
              <a:gd name="connsiteX1" fmla="*/ 289383 w 12192000"/>
              <a:gd name="connsiteY1" fmla="*/ 338945 h 6857999"/>
              <a:gd name="connsiteX2" fmla="*/ 289383 w 12192000"/>
              <a:gd name="connsiteY2" fmla="*/ 6519056 h 6857999"/>
              <a:gd name="connsiteX3" fmla="*/ 373694 w 12192000"/>
              <a:gd name="connsiteY3" fmla="*/ 6603367 h 6857999"/>
              <a:gd name="connsiteX4" fmla="*/ 11818307 w 12192000"/>
              <a:gd name="connsiteY4" fmla="*/ 6603367 h 6857999"/>
              <a:gd name="connsiteX5" fmla="*/ 11902618 w 12192000"/>
              <a:gd name="connsiteY5" fmla="*/ 6519056 h 6857999"/>
              <a:gd name="connsiteX6" fmla="*/ 11902618 w 12192000"/>
              <a:gd name="connsiteY6" fmla="*/ 338945 h 6857999"/>
              <a:gd name="connsiteX7" fmla="*/ 11818307 w 12192000"/>
              <a:gd name="connsiteY7" fmla="*/ 254634 h 6857999"/>
              <a:gd name="connsiteX8" fmla="*/ 0 w 12192000"/>
              <a:gd name="connsiteY8" fmla="*/ 0 h 6857999"/>
              <a:gd name="connsiteX9" fmla="*/ 12192000 w 12192000"/>
              <a:gd name="connsiteY9" fmla="*/ 0 h 6857999"/>
              <a:gd name="connsiteX10" fmla="*/ 12192000 w 12192000"/>
              <a:gd name="connsiteY10" fmla="*/ 6857999 h 6857999"/>
              <a:gd name="connsiteX11" fmla="*/ 0 w 12192000"/>
              <a:gd name="connsiteY11"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7999">
                <a:moveTo>
                  <a:pt x="373694" y="254634"/>
                </a:moveTo>
                <a:cubicBezTo>
                  <a:pt x="327130" y="254634"/>
                  <a:pt x="289383" y="292381"/>
                  <a:pt x="289383" y="338945"/>
                </a:cubicBezTo>
                <a:lnTo>
                  <a:pt x="289383" y="6519056"/>
                </a:lnTo>
                <a:cubicBezTo>
                  <a:pt x="289383" y="6565620"/>
                  <a:pt x="327130" y="6603367"/>
                  <a:pt x="373694" y="6603367"/>
                </a:cubicBezTo>
                <a:lnTo>
                  <a:pt x="11818307" y="6603367"/>
                </a:lnTo>
                <a:cubicBezTo>
                  <a:pt x="11864871" y="6603367"/>
                  <a:pt x="11902618" y="6565620"/>
                  <a:pt x="11902618" y="6519056"/>
                </a:cubicBezTo>
                <a:lnTo>
                  <a:pt x="11902618" y="338945"/>
                </a:lnTo>
                <a:cubicBezTo>
                  <a:pt x="11902618" y="292381"/>
                  <a:pt x="11864871" y="254634"/>
                  <a:pt x="11818307" y="254634"/>
                </a:cubicBezTo>
                <a:close/>
                <a:moveTo>
                  <a:pt x="0" y="0"/>
                </a:moveTo>
                <a:lnTo>
                  <a:pt x="12192000" y="0"/>
                </a:lnTo>
                <a:lnTo>
                  <a:pt x="12192000" y="6857999"/>
                </a:lnTo>
                <a:lnTo>
                  <a:pt x="0" y="6857999"/>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矩形: 圆角 15"/>
          <p:cNvSpPr/>
          <p:nvPr userDrawn="1"/>
        </p:nvSpPr>
        <p:spPr>
          <a:xfrm>
            <a:off x="289383" y="254634"/>
            <a:ext cx="11613235" cy="6348733"/>
          </a:xfrm>
          <a:prstGeom prst="roundRect">
            <a:avLst>
              <a:gd name="adj" fmla="val 1328"/>
            </a:avLst>
          </a:prstGeom>
          <a:solidFill>
            <a:schemeClr val="bg1">
              <a:alpha val="90000"/>
            </a:schemeClr>
          </a:solidFill>
          <a:ln>
            <a:noFill/>
          </a:ln>
          <a:effectLst>
            <a:outerShdw blurRad="76200" sx="101000" sy="101000" algn="ctr"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2002549" y="2332940"/>
            <a:ext cx="8186902" cy="833759"/>
          </a:xfrm>
        </p:spPr>
        <p:txBody>
          <a:bodyPr lIns="0" rIns="0" bIns="0" anchor="b" anchorCtr="0">
            <a:normAutofit/>
          </a:bodyPr>
          <a:lstStyle>
            <a:lvl1pPr algn="ctr">
              <a:defRPr lang="zh-CN" altLang="en-US" sz="4400" b="1" kern="1200" dirty="0">
                <a:solidFill>
                  <a:schemeClr val="tx1">
                    <a:lumMod val="95000"/>
                    <a:lumOff val="5000"/>
                  </a:schemeClr>
                </a:solidFill>
                <a:latin typeface="+mj-lt"/>
                <a:ea typeface="+mj-ea"/>
                <a:cs typeface="+mj-cs"/>
              </a:defRPr>
            </a:lvl1pPr>
          </a:lstStyle>
          <a:p>
            <a:r>
              <a:rPr lang="zh-CN" altLang="en-US" dirty="0"/>
              <a:t>单击此处编辑母版标题样式</a:t>
            </a:r>
          </a:p>
        </p:txBody>
      </p:sp>
      <p:sp>
        <p:nvSpPr>
          <p:cNvPr id="3" name="副标题 2"/>
          <p:cNvSpPr>
            <a:spLocks noGrp="1"/>
          </p:cNvSpPr>
          <p:nvPr>
            <p:ph type="subTitle" idx="1"/>
          </p:nvPr>
        </p:nvSpPr>
        <p:spPr>
          <a:xfrm>
            <a:off x="2002549" y="3234727"/>
            <a:ext cx="8186902" cy="472251"/>
          </a:xfrm>
        </p:spPr>
        <p:txBody>
          <a:bodyPr wrap="square" lIns="0" rIns="0" anchor="t" anchorCtr="0">
            <a:normAutofit/>
          </a:bodyPr>
          <a:lstStyle>
            <a:lvl1pPr marL="0" indent="0" algn="ctr">
              <a:buNone/>
              <a:defRPr sz="1800">
                <a:solidFill>
                  <a:schemeClr val="bg1">
                    <a:lumMod val="50000"/>
                  </a:schemeClr>
                </a:solidFill>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pic>
        <p:nvPicPr>
          <p:cNvPr id="18" name="图片 17"/>
          <p:cNvPicPr>
            <a:picLocks noChangeAspect="1"/>
          </p:cNvPicPr>
          <p:nvPr userDrawn="1"/>
        </p:nvPicPr>
        <p:blipFill>
          <a:blip r:embed="rId2"/>
          <a:stretch>
            <a:fillRect/>
          </a:stretch>
        </p:blipFill>
        <p:spPr>
          <a:xfrm>
            <a:off x="4559659" y="1128211"/>
            <a:ext cx="3072682" cy="767856"/>
          </a:xfrm>
          <a:prstGeom prst="rect">
            <a:avLst/>
          </a:prstGeom>
        </p:spPr>
      </p:pic>
      <p:cxnSp>
        <p:nvCxnSpPr>
          <p:cNvPr id="20" name="直接连接符 19"/>
          <p:cNvCxnSpPr/>
          <p:nvPr userDrawn="1"/>
        </p:nvCxnSpPr>
        <p:spPr>
          <a:xfrm>
            <a:off x="5186680" y="3897585"/>
            <a:ext cx="181864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2" name="文本占位符 21"/>
          <p:cNvSpPr>
            <a:spLocks noGrp="1"/>
          </p:cNvSpPr>
          <p:nvPr>
            <p:ph type="body" sz="quarter" idx="13" hasCustomPrompt="1"/>
          </p:nvPr>
        </p:nvSpPr>
        <p:spPr>
          <a:xfrm>
            <a:off x="3520598" y="4207533"/>
            <a:ext cx="5150803" cy="472252"/>
          </a:xfrm>
        </p:spPr>
        <p:txBody>
          <a:bodyPr anchor="ctr" anchorCtr="0">
            <a:normAutofit/>
          </a:bodyPr>
          <a:lstStyle>
            <a:lvl1pPr marL="0" indent="0" algn="ctr">
              <a:buNone/>
              <a:defRPr sz="2000"/>
            </a:lvl1pPr>
            <a:lvl2pPr marL="457200" indent="0">
              <a:buNone/>
              <a:defRPr/>
            </a:lvl2pPr>
          </a:lstStyle>
          <a:p>
            <a:pPr lvl="0"/>
            <a:r>
              <a:rPr lang="zh-CN" altLang="en-US" dirty="0"/>
              <a:t>编辑母版文本样式</a:t>
            </a:r>
          </a:p>
        </p:txBody>
      </p:sp>
      <p:sp>
        <p:nvSpPr>
          <p:cNvPr id="26" name="文本占位符 25"/>
          <p:cNvSpPr>
            <a:spLocks noGrp="1"/>
          </p:cNvSpPr>
          <p:nvPr>
            <p:ph type="body" sz="quarter" idx="15" hasCustomPrompt="1"/>
          </p:nvPr>
        </p:nvSpPr>
        <p:spPr>
          <a:xfrm>
            <a:off x="3971639" y="5893688"/>
            <a:ext cx="4248721" cy="342012"/>
          </a:xfrm>
        </p:spPr>
        <p:txBody>
          <a:bodyPr wrap="square">
            <a:noAutofit/>
          </a:bodyPr>
          <a:lstStyle>
            <a:lvl1pPr marL="0" indent="0" algn="ctr">
              <a:buNone/>
              <a:defRPr lang="zh-CN" altLang="en-US" sz="1600" kern="1200" dirty="0">
                <a:solidFill>
                  <a:schemeClr val="bg1">
                    <a:lumMod val="50000"/>
                  </a:schemeClr>
                </a:solidFill>
                <a:latin typeface="+mn-ea"/>
                <a:ea typeface="+mn-ea"/>
                <a:cs typeface="+mn-cs"/>
              </a:defRPr>
            </a:lvl1pPr>
            <a:lvl2pPr>
              <a:defRPr/>
            </a:lvl2pPr>
            <a:lvl3pPr>
              <a:defRPr/>
            </a:lvl3pPr>
            <a:lvl4pPr>
              <a:defRPr/>
            </a:lvl4pPr>
            <a:lvl5pPr>
              <a:defRPr/>
            </a:lvl5pPr>
          </a:lstStyle>
          <a:p>
            <a:pPr marL="228600" lvl="0" indent="-228600" algn="ctr" defTabSz="914400" rtl="0" eaLnBrk="1" latinLnBrk="0" hangingPunct="1">
              <a:lnSpc>
                <a:spcPct val="90000"/>
              </a:lnSpc>
              <a:spcBef>
                <a:spcPts val="1000"/>
              </a:spcBef>
            </a:pPr>
            <a:r>
              <a:rPr lang="zh-CN" altLang="en-US" dirty="0"/>
              <a:t>这里可以写你的学院或者专业名称</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1130300"/>
            <a:ext cx="12192000" cy="5365107"/>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8" name="矩形 7"/>
          <p:cNvSpPr/>
          <p:nvPr userDrawn="1"/>
        </p:nvSpPr>
        <p:spPr>
          <a:xfrm>
            <a:off x="0" y="0"/>
            <a:ext cx="12192000" cy="114046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userDrawn="1"/>
        </p:nvSpPr>
        <p:spPr>
          <a:xfrm>
            <a:off x="539511" y="307331"/>
            <a:ext cx="3250169" cy="923330"/>
          </a:xfrm>
          <a:prstGeom prst="rect">
            <a:avLst/>
          </a:prstGeom>
          <a:noFill/>
        </p:spPr>
        <p:txBody>
          <a:bodyPr wrap="square" rtlCol="0">
            <a:spAutoFit/>
          </a:bodyPr>
          <a:lstStyle/>
          <a:p>
            <a:pPr algn="dist"/>
            <a:r>
              <a:rPr lang="en-US" altLang="zh-CN" sz="5400" b="1" dirty="0">
                <a:solidFill>
                  <a:schemeClr val="bg1">
                    <a:alpha val="31000"/>
                  </a:schemeClr>
                </a:solidFill>
                <a:latin typeface="+mj-lt"/>
              </a:rPr>
              <a:t>Contents</a:t>
            </a:r>
            <a:endParaRPr lang="zh-CN" altLang="en-US" sz="5400" b="1" dirty="0">
              <a:solidFill>
                <a:schemeClr val="bg1">
                  <a:alpha val="31000"/>
                </a:schemeClr>
              </a:solidFill>
              <a:latin typeface="+mj-lt"/>
            </a:endParaRPr>
          </a:p>
        </p:txBody>
      </p:sp>
      <p:sp>
        <p:nvSpPr>
          <p:cNvPr id="9" name="文本框 8"/>
          <p:cNvSpPr txBox="1"/>
          <p:nvPr userDrawn="1"/>
        </p:nvSpPr>
        <p:spPr>
          <a:xfrm>
            <a:off x="501023" y="171621"/>
            <a:ext cx="1503036" cy="830997"/>
          </a:xfrm>
          <a:prstGeom prst="rect">
            <a:avLst/>
          </a:prstGeom>
          <a:noFill/>
        </p:spPr>
        <p:txBody>
          <a:bodyPr wrap="square" rtlCol="0">
            <a:spAutoFit/>
          </a:bodyPr>
          <a:lstStyle/>
          <a:p>
            <a:pPr algn="dist"/>
            <a:r>
              <a:rPr lang="zh-CN" altLang="en-US" sz="4800" b="1" dirty="0">
                <a:solidFill>
                  <a:schemeClr val="bg1"/>
                </a:solidFill>
                <a:latin typeface="+mj-ea"/>
                <a:ea typeface="+mj-ea"/>
              </a:rPr>
              <a:t>目录</a:t>
            </a:r>
          </a:p>
        </p:txBody>
      </p:sp>
      <p:sp>
        <p:nvSpPr>
          <p:cNvPr id="12" name="矩形 11"/>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userDrawn="1"/>
        </p:nvPicPr>
        <p:blipFill>
          <a:blip r:embed="rId2"/>
          <a:stretch>
            <a:fillRect/>
          </a:stretch>
        </p:blipFill>
        <p:spPr>
          <a:xfrm>
            <a:off x="673100" y="6580054"/>
            <a:ext cx="1330959" cy="203465"/>
          </a:xfrm>
          <a:prstGeom prst="rect">
            <a:avLst/>
          </a:prstGeom>
        </p:spPr>
      </p:pic>
      <p:pic>
        <p:nvPicPr>
          <p:cNvPr id="14" name="图片 13"/>
          <p:cNvPicPr>
            <a:picLocks noChangeAspect="1"/>
          </p:cNvPicPr>
          <p:nvPr userDrawn="1"/>
        </p:nvPicPr>
        <p:blipFill>
          <a:blip r:embed="rId3"/>
          <a:stretch>
            <a:fillRect/>
          </a:stretch>
        </p:blipFill>
        <p:spPr>
          <a:xfrm>
            <a:off x="8610600" y="6626002"/>
            <a:ext cx="2908300" cy="111568"/>
          </a:xfrm>
          <a:prstGeom prst="rect">
            <a:avLst/>
          </a:prstGeom>
        </p:spPr>
      </p:pic>
      <p:sp>
        <p:nvSpPr>
          <p:cNvPr id="18" name="文本占位符 17"/>
          <p:cNvSpPr>
            <a:spLocks noGrp="1"/>
          </p:cNvSpPr>
          <p:nvPr>
            <p:ph type="body" sz="quarter" idx="13" hasCustomPrompt="1"/>
          </p:nvPr>
        </p:nvSpPr>
        <p:spPr>
          <a:xfrm>
            <a:off x="2569759" y="2028114"/>
            <a:ext cx="3250169"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22" name="文本占位符 21"/>
          <p:cNvSpPr>
            <a:spLocks noGrp="1"/>
          </p:cNvSpPr>
          <p:nvPr>
            <p:ph type="body" sz="quarter" idx="14" hasCustomPrompt="1"/>
          </p:nvPr>
        </p:nvSpPr>
        <p:spPr>
          <a:xfrm>
            <a:off x="2569759" y="2519790"/>
            <a:ext cx="3250169"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编辑母版文本样式</a:t>
            </a:r>
          </a:p>
        </p:txBody>
      </p:sp>
      <p:sp>
        <p:nvSpPr>
          <p:cNvPr id="30" name="文本占位符 17"/>
          <p:cNvSpPr>
            <a:spLocks noGrp="1"/>
          </p:cNvSpPr>
          <p:nvPr>
            <p:ph type="body" sz="quarter" idx="15" hasCustomPrompt="1"/>
          </p:nvPr>
        </p:nvSpPr>
        <p:spPr>
          <a:xfrm>
            <a:off x="7152979" y="2028114"/>
            <a:ext cx="3250800"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31" name="文本占位符 21"/>
          <p:cNvSpPr>
            <a:spLocks noGrp="1"/>
          </p:cNvSpPr>
          <p:nvPr>
            <p:ph type="body" sz="quarter" idx="16" hasCustomPrompt="1"/>
          </p:nvPr>
        </p:nvSpPr>
        <p:spPr>
          <a:xfrm>
            <a:off x="7152979" y="2519790"/>
            <a:ext cx="3250800"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39" name="文本占位符 17"/>
          <p:cNvSpPr>
            <a:spLocks noGrp="1"/>
          </p:cNvSpPr>
          <p:nvPr>
            <p:ph type="body" sz="quarter" idx="17" hasCustomPrompt="1"/>
          </p:nvPr>
        </p:nvSpPr>
        <p:spPr>
          <a:xfrm>
            <a:off x="2569759" y="3329661"/>
            <a:ext cx="3250169"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0" name="文本占位符 21"/>
          <p:cNvSpPr>
            <a:spLocks noGrp="1"/>
          </p:cNvSpPr>
          <p:nvPr>
            <p:ph type="body" sz="quarter" idx="18" hasCustomPrompt="1"/>
          </p:nvPr>
        </p:nvSpPr>
        <p:spPr>
          <a:xfrm>
            <a:off x="2569759" y="3821337"/>
            <a:ext cx="3250169"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42" name="文本占位符 17"/>
          <p:cNvSpPr>
            <a:spLocks noGrp="1"/>
          </p:cNvSpPr>
          <p:nvPr>
            <p:ph type="body" sz="quarter" idx="19" hasCustomPrompt="1"/>
          </p:nvPr>
        </p:nvSpPr>
        <p:spPr>
          <a:xfrm>
            <a:off x="7152979" y="3329661"/>
            <a:ext cx="3250800"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3" name="文本占位符 21"/>
          <p:cNvSpPr>
            <a:spLocks noGrp="1"/>
          </p:cNvSpPr>
          <p:nvPr>
            <p:ph type="body" sz="quarter" idx="20" hasCustomPrompt="1"/>
          </p:nvPr>
        </p:nvSpPr>
        <p:spPr>
          <a:xfrm>
            <a:off x="7152979" y="3821337"/>
            <a:ext cx="3250800"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45" name="文本占位符 17"/>
          <p:cNvSpPr>
            <a:spLocks noGrp="1"/>
          </p:cNvSpPr>
          <p:nvPr>
            <p:ph type="body" sz="quarter" idx="21" hasCustomPrompt="1"/>
          </p:nvPr>
        </p:nvSpPr>
        <p:spPr>
          <a:xfrm>
            <a:off x="2569759" y="4712488"/>
            <a:ext cx="3250169"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6" name="文本占位符 21"/>
          <p:cNvSpPr>
            <a:spLocks noGrp="1"/>
          </p:cNvSpPr>
          <p:nvPr>
            <p:ph type="body" sz="quarter" idx="22" hasCustomPrompt="1"/>
          </p:nvPr>
        </p:nvSpPr>
        <p:spPr>
          <a:xfrm>
            <a:off x="2569759" y="5204164"/>
            <a:ext cx="3250169"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48" name="文本占位符 17"/>
          <p:cNvSpPr>
            <a:spLocks noGrp="1"/>
          </p:cNvSpPr>
          <p:nvPr>
            <p:ph type="body" sz="quarter" idx="23" hasCustomPrompt="1"/>
          </p:nvPr>
        </p:nvSpPr>
        <p:spPr>
          <a:xfrm>
            <a:off x="7152979" y="4712488"/>
            <a:ext cx="3250800"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9" name="文本占位符 21"/>
          <p:cNvSpPr>
            <a:spLocks noGrp="1"/>
          </p:cNvSpPr>
          <p:nvPr>
            <p:ph type="body" sz="quarter" idx="24" hasCustomPrompt="1"/>
          </p:nvPr>
        </p:nvSpPr>
        <p:spPr>
          <a:xfrm>
            <a:off x="7152979" y="5204164"/>
            <a:ext cx="3250800"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52" name="文本占位符 51"/>
          <p:cNvSpPr>
            <a:spLocks noGrp="1"/>
          </p:cNvSpPr>
          <p:nvPr>
            <p:ph type="body" sz="quarter" idx="25" hasCustomPrompt="1"/>
          </p:nvPr>
        </p:nvSpPr>
        <p:spPr>
          <a:xfrm>
            <a:off x="1708078" y="2023632"/>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2" name="文本占位符 51"/>
          <p:cNvSpPr>
            <a:spLocks noGrp="1"/>
          </p:cNvSpPr>
          <p:nvPr>
            <p:ph type="body" sz="quarter" idx="26" hasCustomPrompt="1"/>
          </p:nvPr>
        </p:nvSpPr>
        <p:spPr>
          <a:xfrm>
            <a:off x="6283367" y="2023632"/>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3" name="文本占位符 51"/>
          <p:cNvSpPr>
            <a:spLocks noGrp="1"/>
          </p:cNvSpPr>
          <p:nvPr>
            <p:ph type="body" sz="quarter" idx="27" hasCustomPrompt="1"/>
          </p:nvPr>
        </p:nvSpPr>
        <p:spPr>
          <a:xfrm>
            <a:off x="1708078" y="3332186"/>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4" name="文本占位符 51"/>
          <p:cNvSpPr>
            <a:spLocks noGrp="1"/>
          </p:cNvSpPr>
          <p:nvPr>
            <p:ph type="body" sz="quarter" idx="28" hasCustomPrompt="1"/>
          </p:nvPr>
        </p:nvSpPr>
        <p:spPr>
          <a:xfrm>
            <a:off x="6283367" y="3328426"/>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5" name="文本占位符 51"/>
          <p:cNvSpPr>
            <a:spLocks noGrp="1"/>
          </p:cNvSpPr>
          <p:nvPr>
            <p:ph type="body" sz="quarter" idx="29" hasCustomPrompt="1"/>
          </p:nvPr>
        </p:nvSpPr>
        <p:spPr>
          <a:xfrm>
            <a:off x="1708078" y="4711253"/>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6" name="文本占位符 51"/>
          <p:cNvSpPr>
            <a:spLocks noGrp="1"/>
          </p:cNvSpPr>
          <p:nvPr>
            <p:ph type="body" sz="quarter" idx="30" hasCustomPrompt="1"/>
          </p:nvPr>
        </p:nvSpPr>
        <p:spPr>
          <a:xfrm>
            <a:off x="6283367" y="4711253"/>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pic>
        <p:nvPicPr>
          <p:cNvPr id="37" name="图片 36"/>
          <p:cNvPicPr>
            <a:picLocks noChangeAspect="1"/>
          </p:cNvPicPr>
          <p:nvPr userDrawn="1"/>
        </p:nvPicPr>
        <p:blipFill>
          <a:blip r:embed="rId4"/>
          <a:stretch>
            <a:fillRect/>
          </a:stretch>
        </p:blipFill>
        <p:spPr>
          <a:xfrm>
            <a:off x="9551847" y="550504"/>
            <a:ext cx="1967053" cy="46953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四项目录">
    <p:spTree>
      <p:nvGrpSpPr>
        <p:cNvPr id="1" name=""/>
        <p:cNvGrpSpPr/>
        <p:nvPr/>
      </p:nvGrpSpPr>
      <p:grpSpPr>
        <a:xfrm>
          <a:off x="0" y="0"/>
          <a:ext cx="0" cy="0"/>
          <a:chOff x="0" y="0"/>
          <a:chExt cx="0" cy="0"/>
        </a:xfrm>
      </p:grpSpPr>
      <p:sp>
        <p:nvSpPr>
          <p:cNvPr id="18" name="矩形 17"/>
          <p:cNvSpPr/>
          <p:nvPr userDrawn="1"/>
        </p:nvSpPr>
        <p:spPr>
          <a:xfrm>
            <a:off x="0" y="1130300"/>
            <a:ext cx="12192000" cy="5375272"/>
          </a:xfrm>
          <a:prstGeom prst="rect">
            <a:avLst/>
          </a:prstGeom>
          <a:gradFill>
            <a:gsLst>
              <a:gs pos="0">
                <a:schemeClr val="accent1">
                  <a:lumMod val="5000"/>
                  <a:lumOff val="95000"/>
                  <a:alpha val="93000"/>
                </a:schemeClr>
              </a:gs>
              <a:gs pos="50000">
                <a:srgbClr val="F6FAFF">
                  <a:alpha val="93000"/>
                </a:srgbClr>
              </a:gs>
              <a:gs pos="100000">
                <a:schemeClr val="bg1">
                  <a:alpha val="0"/>
                </a:schemeClr>
              </a:gs>
            </a:gsLst>
            <a:lin ang="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1" name="矩形 20"/>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userDrawn="1"/>
        </p:nvSpPr>
        <p:spPr>
          <a:xfrm>
            <a:off x="0" y="0"/>
            <a:ext cx="12192000" cy="114046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p:cNvPicPr>
            <a:picLocks noChangeAspect="1"/>
          </p:cNvPicPr>
          <p:nvPr userDrawn="1"/>
        </p:nvPicPr>
        <p:blipFill>
          <a:blip r:embed="rId2"/>
          <a:stretch>
            <a:fillRect/>
          </a:stretch>
        </p:blipFill>
        <p:spPr>
          <a:xfrm>
            <a:off x="673100" y="6580054"/>
            <a:ext cx="1330959" cy="203465"/>
          </a:xfrm>
          <a:prstGeom prst="rect">
            <a:avLst/>
          </a:prstGeom>
        </p:spPr>
      </p:pic>
      <p:pic>
        <p:nvPicPr>
          <p:cNvPr id="24" name="图片 23"/>
          <p:cNvPicPr>
            <a:picLocks noChangeAspect="1"/>
          </p:cNvPicPr>
          <p:nvPr userDrawn="1"/>
        </p:nvPicPr>
        <p:blipFill>
          <a:blip r:embed="rId3"/>
          <a:stretch>
            <a:fillRect/>
          </a:stretch>
        </p:blipFill>
        <p:spPr>
          <a:xfrm>
            <a:off x="8610600" y="6626002"/>
            <a:ext cx="2908300" cy="111568"/>
          </a:xfrm>
          <a:prstGeom prst="rect">
            <a:avLst/>
          </a:prstGeom>
        </p:spPr>
      </p:pic>
      <p:pic>
        <p:nvPicPr>
          <p:cNvPr id="56" name="图片 55"/>
          <p:cNvPicPr>
            <a:picLocks noChangeAspect="1"/>
          </p:cNvPicPr>
          <p:nvPr userDrawn="1"/>
        </p:nvPicPr>
        <p:blipFill>
          <a:blip r:embed="rId4"/>
          <a:stretch>
            <a:fillRect/>
          </a:stretch>
        </p:blipFill>
        <p:spPr>
          <a:xfrm>
            <a:off x="660401" y="611569"/>
            <a:ext cx="1747519" cy="417129"/>
          </a:xfrm>
          <a:prstGeom prst="rect">
            <a:avLst/>
          </a:prstGeom>
        </p:spPr>
      </p:pic>
      <p:sp>
        <p:nvSpPr>
          <p:cNvPr id="5" name="文本占位符 4"/>
          <p:cNvSpPr>
            <a:spLocks noGrp="1"/>
          </p:cNvSpPr>
          <p:nvPr>
            <p:ph type="body" sz="quarter" idx="12" hasCustomPrompt="1"/>
          </p:nvPr>
        </p:nvSpPr>
        <p:spPr>
          <a:xfrm>
            <a:off x="7330441" y="715440"/>
            <a:ext cx="4188460" cy="287835"/>
          </a:xfrm>
        </p:spPr>
        <p:txBody>
          <a:bodyPr rIns="0" bIns="0" anchor="b" anchorCtr="0">
            <a:normAutofit/>
          </a:bodyPr>
          <a:lstStyle>
            <a:lvl1pPr marL="0" indent="0" algn="r">
              <a:buNone/>
              <a:defRPr sz="1600" b="0">
                <a:solidFill>
                  <a:schemeClr val="bg1"/>
                </a:solidFill>
                <a:latin typeface="+mj-ea"/>
                <a:ea typeface="+mj-ea"/>
              </a:defRPr>
            </a:lvl1pPr>
            <a:lvl2pPr marL="457200" indent="0">
              <a:buNone/>
              <a:defRPr/>
            </a:lvl2pPr>
          </a:lstStyle>
          <a:p>
            <a:pPr lvl="0"/>
            <a:r>
              <a:rPr lang="zh-CN" altLang="en-US" dirty="0"/>
              <a:t>这里可以输入你的课题题目</a:t>
            </a:r>
          </a:p>
        </p:txBody>
      </p:sp>
      <p:sp>
        <p:nvSpPr>
          <p:cNvPr id="3" name="文本占位符 2"/>
          <p:cNvSpPr>
            <a:spLocks noGrp="1"/>
          </p:cNvSpPr>
          <p:nvPr>
            <p:ph type="body" sz="quarter" idx="13" hasCustomPrompt="1"/>
          </p:nvPr>
        </p:nvSpPr>
        <p:spPr>
          <a:xfrm>
            <a:off x="1320160" y="2029876"/>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50" name="文本占位符 17"/>
          <p:cNvSpPr>
            <a:spLocks noGrp="1"/>
          </p:cNvSpPr>
          <p:nvPr>
            <p:ph type="body" sz="quarter" idx="14" hasCustomPrompt="1"/>
          </p:nvPr>
        </p:nvSpPr>
        <p:spPr>
          <a:xfrm>
            <a:off x="1320160" y="2622561"/>
            <a:ext cx="2376000" cy="361081"/>
          </a:xfrm>
        </p:spPr>
        <p:txBody>
          <a:bodyPr lIns="0" tIns="0" anchor="t" anchorCtr="0">
            <a:noAutofit/>
          </a:bodyPr>
          <a:lstStyle>
            <a:lvl1pPr marL="0" indent="0" algn="l">
              <a:buNone/>
              <a:defRPr sz="3000" b="1">
                <a:solidFill>
                  <a:schemeClr val="tx1">
                    <a:lumMod val="95000"/>
                    <a:lumOff val="5000"/>
                  </a:schemeClr>
                </a:solidFill>
                <a:latin typeface="+mj-ea"/>
                <a:ea typeface="+mj-ea"/>
              </a:defRPr>
            </a:lvl1pPr>
            <a:lvl2pPr marL="457200" indent="0">
              <a:buNone/>
              <a:defRPr/>
            </a:lvl2pPr>
          </a:lstStyle>
          <a:p>
            <a:pPr lvl="0"/>
            <a:r>
              <a:rPr lang="zh-CN" altLang="en-US" dirty="0"/>
              <a:t>编辑文本</a:t>
            </a:r>
          </a:p>
        </p:txBody>
      </p:sp>
      <p:sp>
        <p:nvSpPr>
          <p:cNvPr id="51" name="文本占位符 21"/>
          <p:cNvSpPr>
            <a:spLocks noGrp="1"/>
          </p:cNvSpPr>
          <p:nvPr>
            <p:ph type="body" sz="quarter" idx="15" hasCustomPrompt="1"/>
          </p:nvPr>
        </p:nvSpPr>
        <p:spPr>
          <a:xfrm>
            <a:off x="1320160" y="3114237"/>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
        <p:nvSpPr>
          <p:cNvPr id="58" name="文本占位符 2"/>
          <p:cNvSpPr>
            <a:spLocks noGrp="1"/>
          </p:cNvSpPr>
          <p:nvPr>
            <p:ph type="body" sz="quarter" idx="16" hasCustomPrompt="1"/>
          </p:nvPr>
        </p:nvSpPr>
        <p:spPr>
          <a:xfrm>
            <a:off x="4171321" y="2029876"/>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59" name="文本占位符 17"/>
          <p:cNvSpPr>
            <a:spLocks noGrp="1"/>
          </p:cNvSpPr>
          <p:nvPr>
            <p:ph type="body" sz="quarter" idx="17" hasCustomPrompt="1"/>
          </p:nvPr>
        </p:nvSpPr>
        <p:spPr>
          <a:xfrm>
            <a:off x="4171321" y="2622561"/>
            <a:ext cx="2376000" cy="361081"/>
          </a:xfrm>
        </p:spPr>
        <p:txBody>
          <a:bodyPr lIns="0" tIns="0" anchor="t" anchorCtr="0">
            <a:noAutofit/>
          </a:bodyPr>
          <a:lstStyle>
            <a:lvl1pPr marL="0" indent="0" algn="l">
              <a:buNone/>
              <a:defRPr lang="zh-CN" altLang="en-US" sz="3000" b="1" kern="1200" dirty="0">
                <a:solidFill>
                  <a:schemeClr val="tx1">
                    <a:lumMod val="95000"/>
                    <a:lumOff val="5000"/>
                  </a:schemeClr>
                </a:solidFill>
                <a:latin typeface="+mj-ea"/>
                <a:ea typeface="+mj-ea"/>
                <a:cs typeface="+mn-cs"/>
              </a:defRPr>
            </a:lvl1pPr>
            <a:lvl2pPr marL="457200" indent="0">
              <a:buNone/>
              <a:defRPr/>
            </a:lvl2pPr>
          </a:lstStyle>
          <a:p>
            <a:pPr marL="0" lvl="0" indent="0" algn="l" defTabSz="914400" rtl="0" eaLnBrk="1" latinLnBrk="0" hangingPunct="1">
              <a:lnSpc>
                <a:spcPct val="90000"/>
              </a:lnSpc>
              <a:spcBef>
                <a:spcPts val="1000"/>
              </a:spcBef>
              <a:buFont typeface="Arial" panose="020B0604020202020204" pitchFamily="34" charset="0"/>
              <a:buNone/>
            </a:pPr>
            <a:r>
              <a:rPr lang="zh-CN" altLang="en-US" dirty="0"/>
              <a:t>编辑文本</a:t>
            </a:r>
          </a:p>
        </p:txBody>
      </p:sp>
      <p:sp>
        <p:nvSpPr>
          <p:cNvPr id="60" name="文本占位符 21"/>
          <p:cNvSpPr>
            <a:spLocks noGrp="1"/>
          </p:cNvSpPr>
          <p:nvPr>
            <p:ph type="body" sz="quarter" idx="18" hasCustomPrompt="1"/>
          </p:nvPr>
        </p:nvSpPr>
        <p:spPr>
          <a:xfrm>
            <a:off x="4171321" y="3114237"/>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
        <p:nvSpPr>
          <p:cNvPr id="61" name="文本占位符 2"/>
          <p:cNvSpPr>
            <a:spLocks noGrp="1"/>
          </p:cNvSpPr>
          <p:nvPr>
            <p:ph type="body" sz="quarter" idx="19" hasCustomPrompt="1"/>
          </p:nvPr>
        </p:nvSpPr>
        <p:spPr>
          <a:xfrm>
            <a:off x="1320160" y="3914761"/>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62" name="文本占位符 17"/>
          <p:cNvSpPr>
            <a:spLocks noGrp="1"/>
          </p:cNvSpPr>
          <p:nvPr>
            <p:ph type="body" sz="quarter" idx="20" hasCustomPrompt="1"/>
          </p:nvPr>
        </p:nvSpPr>
        <p:spPr>
          <a:xfrm>
            <a:off x="1320160" y="4507446"/>
            <a:ext cx="2376000" cy="361081"/>
          </a:xfrm>
        </p:spPr>
        <p:txBody>
          <a:bodyPr lIns="0" tIns="0" anchor="t" anchorCtr="0">
            <a:noAutofit/>
          </a:bodyPr>
          <a:lstStyle>
            <a:lvl1pPr marL="0" indent="0" algn="l">
              <a:buNone/>
              <a:defRPr lang="zh-CN" altLang="en-US" sz="3000" b="1" kern="1200" dirty="0">
                <a:solidFill>
                  <a:schemeClr val="tx1">
                    <a:lumMod val="95000"/>
                    <a:lumOff val="5000"/>
                  </a:schemeClr>
                </a:solidFill>
                <a:latin typeface="+mj-ea"/>
                <a:ea typeface="+mj-ea"/>
                <a:cs typeface="+mn-cs"/>
              </a:defRPr>
            </a:lvl1pPr>
            <a:lvl2pPr marL="457200" indent="0">
              <a:buNone/>
              <a:defRPr/>
            </a:lvl2pPr>
          </a:lstStyle>
          <a:p>
            <a:pPr lvl="0"/>
            <a:r>
              <a:rPr lang="zh-CN" altLang="en-US" dirty="0"/>
              <a:t>编辑文本</a:t>
            </a:r>
          </a:p>
        </p:txBody>
      </p:sp>
      <p:sp>
        <p:nvSpPr>
          <p:cNvPr id="63" name="文本占位符 21"/>
          <p:cNvSpPr>
            <a:spLocks noGrp="1"/>
          </p:cNvSpPr>
          <p:nvPr>
            <p:ph type="body" sz="quarter" idx="21" hasCustomPrompt="1"/>
          </p:nvPr>
        </p:nvSpPr>
        <p:spPr>
          <a:xfrm>
            <a:off x="1320160" y="4999122"/>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
        <p:nvSpPr>
          <p:cNvPr id="64" name="文本占位符 2"/>
          <p:cNvSpPr>
            <a:spLocks noGrp="1"/>
          </p:cNvSpPr>
          <p:nvPr>
            <p:ph type="body" sz="quarter" idx="22" hasCustomPrompt="1"/>
          </p:nvPr>
        </p:nvSpPr>
        <p:spPr>
          <a:xfrm>
            <a:off x="4171321" y="3914761"/>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65" name="文本占位符 17"/>
          <p:cNvSpPr>
            <a:spLocks noGrp="1"/>
          </p:cNvSpPr>
          <p:nvPr>
            <p:ph type="body" sz="quarter" idx="23" hasCustomPrompt="1"/>
          </p:nvPr>
        </p:nvSpPr>
        <p:spPr>
          <a:xfrm>
            <a:off x="4171321" y="4507446"/>
            <a:ext cx="2376000" cy="361081"/>
          </a:xfrm>
        </p:spPr>
        <p:txBody>
          <a:bodyPr lIns="0" tIns="0" anchor="t" anchorCtr="0">
            <a:noAutofit/>
          </a:bodyPr>
          <a:lstStyle>
            <a:lvl1pPr marL="0" indent="0" algn="l">
              <a:buNone/>
              <a:defRPr lang="zh-CN" altLang="en-US" sz="3000" b="1" kern="1200" dirty="0">
                <a:solidFill>
                  <a:schemeClr val="tx1">
                    <a:lumMod val="95000"/>
                    <a:lumOff val="5000"/>
                  </a:schemeClr>
                </a:solidFill>
                <a:latin typeface="+mj-ea"/>
                <a:ea typeface="+mj-ea"/>
                <a:cs typeface="+mn-cs"/>
              </a:defRPr>
            </a:lvl1pPr>
            <a:lvl2pPr marL="457200" indent="0">
              <a:buNone/>
              <a:defRPr/>
            </a:lvl2pPr>
          </a:lstStyle>
          <a:p>
            <a:pPr marL="0" lvl="0" indent="0" algn="l" defTabSz="914400" rtl="0" eaLnBrk="1" latinLnBrk="0" hangingPunct="1">
              <a:lnSpc>
                <a:spcPct val="90000"/>
              </a:lnSpc>
              <a:spcBef>
                <a:spcPts val="1000"/>
              </a:spcBef>
              <a:buFont typeface="Arial" panose="020B0604020202020204" pitchFamily="34" charset="0"/>
              <a:buNone/>
            </a:pPr>
            <a:r>
              <a:rPr lang="zh-CN" altLang="en-US" dirty="0"/>
              <a:t>编辑文本</a:t>
            </a:r>
          </a:p>
        </p:txBody>
      </p:sp>
      <p:sp>
        <p:nvSpPr>
          <p:cNvPr id="66" name="文本占位符 21"/>
          <p:cNvSpPr>
            <a:spLocks noGrp="1"/>
          </p:cNvSpPr>
          <p:nvPr>
            <p:ph type="body" sz="quarter" idx="24" hasCustomPrompt="1"/>
          </p:nvPr>
        </p:nvSpPr>
        <p:spPr>
          <a:xfrm>
            <a:off x="4171321" y="4999122"/>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18" name="矩形 17"/>
          <p:cNvSpPr/>
          <p:nvPr userDrawn="1"/>
        </p:nvSpPr>
        <p:spPr>
          <a:xfrm>
            <a:off x="0" y="1130300"/>
            <a:ext cx="12192000" cy="5357038"/>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grpSp>
        <p:nvGrpSpPr>
          <p:cNvPr id="29" name="组合 28"/>
          <p:cNvGrpSpPr/>
          <p:nvPr userDrawn="1"/>
        </p:nvGrpSpPr>
        <p:grpSpPr>
          <a:xfrm>
            <a:off x="6190092" y="0"/>
            <a:ext cx="6882359" cy="6858000"/>
            <a:chOff x="4804858" y="3977648"/>
            <a:chExt cx="1793875" cy="1787526"/>
          </a:xfrm>
          <a:solidFill>
            <a:schemeClr val="bg1">
              <a:lumMod val="85000"/>
              <a:alpha val="70000"/>
            </a:schemeClr>
          </a:solidFill>
        </p:grpSpPr>
        <p:sp>
          <p:nvSpPr>
            <p:cNvPr id="30" name="Rectangle 51"/>
            <p:cNvSpPr>
              <a:spLocks noChangeArrowheads="1"/>
            </p:cNvSpPr>
            <p:nvPr/>
          </p:nvSpPr>
          <p:spPr bwMode="auto">
            <a:xfrm>
              <a:off x="5957383" y="4693611"/>
              <a:ext cx="793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1" name="Freeform 52"/>
            <p:cNvSpPr>
              <a:spLocks noEditPoints="1"/>
            </p:cNvSpPr>
            <p:nvPr/>
          </p:nvSpPr>
          <p:spPr bwMode="auto">
            <a:xfrm>
              <a:off x="5217608" y="4339598"/>
              <a:ext cx="917575" cy="107473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53"/>
            <p:cNvSpPr>
              <a:spLocks noEditPoints="1"/>
            </p:cNvSpPr>
            <p:nvPr/>
          </p:nvSpPr>
          <p:spPr bwMode="auto">
            <a:xfrm>
              <a:off x="4804858" y="3977648"/>
              <a:ext cx="1793875" cy="1787526"/>
            </a:xfrm>
            <a:custGeom>
              <a:avLst/>
              <a:gdLst>
                <a:gd name="T0" fmla="*/ 484 w 968"/>
                <a:gd name="T1" fmla="*/ 953 h 967"/>
                <a:gd name="T2" fmla="*/ 14 w 968"/>
                <a:gd name="T3" fmla="*/ 482 h 967"/>
                <a:gd name="T4" fmla="*/ 484 w 968"/>
                <a:gd name="T5" fmla="*/ 12 h 967"/>
                <a:gd name="T6" fmla="*/ 954 w 968"/>
                <a:gd name="T7" fmla="*/ 482 h 967"/>
                <a:gd name="T8" fmla="*/ 484 w 968"/>
                <a:gd name="T9" fmla="*/ 953 h 967"/>
                <a:gd name="T10" fmla="*/ 484 w 968"/>
                <a:gd name="T11" fmla="*/ 0 h 967"/>
                <a:gd name="T12" fmla="*/ 0 w 968"/>
                <a:gd name="T13" fmla="*/ 483 h 967"/>
                <a:gd name="T14" fmla="*/ 484 w 968"/>
                <a:gd name="T15" fmla="*/ 967 h 967"/>
                <a:gd name="T16" fmla="*/ 968 w 968"/>
                <a:gd name="T17" fmla="*/ 483 h 967"/>
                <a:gd name="T18" fmla="*/ 484 w 968"/>
                <a:gd name="T19" fmla="*/ 0 h 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8" h="967">
                  <a:moveTo>
                    <a:pt x="484" y="953"/>
                  </a:moveTo>
                  <a:cubicBezTo>
                    <a:pt x="224" y="953"/>
                    <a:pt x="14" y="742"/>
                    <a:pt x="14" y="482"/>
                  </a:cubicBezTo>
                  <a:cubicBezTo>
                    <a:pt x="14" y="223"/>
                    <a:pt x="224" y="12"/>
                    <a:pt x="484" y="12"/>
                  </a:cubicBezTo>
                  <a:cubicBezTo>
                    <a:pt x="744" y="12"/>
                    <a:pt x="954" y="223"/>
                    <a:pt x="954" y="482"/>
                  </a:cubicBezTo>
                  <a:cubicBezTo>
                    <a:pt x="954" y="742"/>
                    <a:pt x="744" y="953"/>
                    <a:pt x="484" y="953"/>
                  </a:cubicBezTo>
                  <a:close/>
                  <a:moveTo>
                    <a:pt x="484" y="0"/>
                  </a:moveTo>
                  <a:cubicBezTo>
                    <a:pt x="217" y="0"/>
                    <a:pt x="0" y="216"/>
                    <a:pt x="0" y="483"/>
                  </a:cubicBezTo>
                  <a:cubicBezTo>
                    <a:pt x="0" y="750"/>
                    <a:pt x="217" y="967"/>
                    <a:pt x="484" y="967"/>
                  </a:cubicBezTo>
                  <a:cubicBezTo>
                    <a:pt x="751" y="967"/>
                    <a:pt x="968" y="750"/>
                    <a:pt x="968" y="483"/>
                  </a:cubicBezTo>
                  <a:cubicBezTo>
                    <a:pt x="968" y="216"/>
                    <a:pt x="751" y="0"/>
                    <a:pt x="48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54"/>
            <p:cNvSpPr/>
            <p:nvPr/>
          </p:nvSpPr>
          <p:spPr bwMode="auto">
            <a:xfrm>
              <a:off x="5008058" y="4552323"/>
              <a:ext cx="65088" cy="60325"/>
            </a:xfrm>
            <a:custGeom>
              <a:avLst/>
              <a:gdLst>
                <a:gd name="T0" fmla="*/ 23 w 35"/>
                <a:gd name="T1" fmla="*/ 3 h 32"/>
                <a:gd name="T2" fmla="*/ 10 w 35"/>
                <a:gd name="T3" fmla="*/ 1 h 32"/>
                <a:gd name="T4" fmla="*/ 2 w 35"/>
                <a:gd name="T5" fmla="*/ 9 h 32"/>
                <a:gd name="T6" fmla="*/ 1 w 35"/>
                <a:gd name="T7" fmla="*/ 20 h 32"/>
                <a:gd name="T8" fmla="*/ 11 w 35"/>
                <a:gd name="T9" fmla="*/ 29 h 32"/>
                <a:gd name="T10" fmla="*/ 25 w 35"/>
                <a:gd name="T11" fmla="*/ 31 h 32"/>
                <a:gd name="T12" fmla="*/ 33 w 35"/>
                <a:gd name="T13" fmla="*/ 23 h 32"/>
                <a:gd name="T14" fmla="*/ 33 w 35"/>
                <a:gd name="T15" fmla="*/ 12 h 32"/>
                <a:gd name="T16" fmla="*/ 23 w 35"/>
                <a:gd name="T17"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32">
                  <a:moveTo>
                    <a:pt x="23" y="3"/>
                  </a:moveTo>
                  <a:cubicBezTo>
                    <a:pt x="18" y="0"/>
                    <a:pt x="13" y="0"/>
                    <a:pt x="10" y="1"/>
                  </a:cubicBezTo>
                  <a:cubicBezTo>
                    <a:pt x="6" y="2"/>
                    <a:pt x="3" y="5"/>
                    <a:pt x="2" y="9"/>
                  </a:cubicBezTo>
                  <a:cubicBezTo>
                    <a:pt x="0" y="13"/>
                    <a:pt x="0" y="17"/>
                    <a:pt x="1" y="20"/>
                  </a:cubicBezTo>
                  <a:cubicBezTo>
                    <a:pt x="3" y="24"/>
                    <a:pt x="6" y="27"/>
                    <a:pt x="11" y="29"/>
                  </a:cubicBezTo>
                  <a:cubicBezTo>
                    <a:pt x="16" y="31"/>
                    <a:pt x="21" y="32"/>
                    <a:pt x="25" y="31"/>
                  </a:cubicBezTo>
                  <a:cubicBezTo>
                    <a:pt x="28" y="29"/>
                    <a:pt x="31" y="27"/>
                    <a:pt x="33" y="23"/>
                  </a:cubicBezTo>
                  <a:cubicBezTo>
                    <a:pt x="35" y="19"/>
                    <a:pt x="35" y="15"/>
                    <a:pt x="33" y="12"/>
                  </a:cubicBezTo>
                  <a:cubicBezTo>
                    <a:pt x="32" y="8"/>
                    <a:pt x="28"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55"/>
            <p:cNvSpPr/>
            <p:nvPr/>
          </p:nvSpPr>
          <p:spPr bwMode="auto">
            <a:xfrm>
              <a:off x="5581145" y="5347661"/>
              <a:ext cx="41275" cy="74613"/>
            </a:xfrm>
            <a:custGeom>
              <a:avLst/>
              <a:gdLst>
                <a:gd name="T0" fmla="*/ 22 w 22"/>
                <a:gd name="T1" fmla="*/ 0 h 40"/>
                <a:gd name="T2" fmla="*/ 22 w 22"/>
                <a:gd name="T3" fmla="*/ 40 h 40"/>
                <a:gd name="T4" fmla="*/ 11 w 22"/>
                <a:gd name="T5" fmla="*/ 40 h 40"/>
                <a:gd name="T6" fmla="*/ 11 w 22"/>
                <a:gd name="T7" fmla="*/ 14 h 40"/>
                <a:gd name="T8" fmla="*/ 6 w 22"/>
                <a:gd name="T9" fmla="*/ 17 h 40"/>
                <a:gd name="T10" fmla="*/ 0 w 22"/>
                <a:gd name="T11" fmla="*/ 19 h 40"/>
                <a:gd name="T12" fmla="*/ 0 w 22"/>
                <a:gd name="T13" fmla="*/ 11 h 40"/>
                <a:gd name="T14" fmla="*/ 8 w 22"/>
                <a:gd name="T15" fmla="*/ 6 h 40"/>
                <a:gd name="T16" fmla="*/ 13 w 22"/>
                <a:gd name="T17" fmla="*/ 0 h 40"/>
                <a:gd name="T18" fmla="*/ 22 w 22"/>
                <a:gd name="T1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40">
                  <a:moveTo>
                    <a:pt x="22" y="0"/>
                  </a:moveTo>
                  <a:cubicBezTo>
                    <a:pt x="22" y="40"/>
                    <a:pt x="22" y="40"/>
                    <a:pt x="22" y="40"/>
                  </a:cubicBezTo>
                  <a:cubicBezTo>
                    <a:pt x="11" y="40"/>
                    <a:pt x="11" y="40"/>
                    <a:pt x="11" y="40"/>
                  </a:cubicBezTo>
                  <a:cubicBezTo>
                    <a:pt x="11" y="14"/>
                    <a:pt x="11" y="14"/>
                    <a:pt x="11" y="14"/>
                  </a:cubicBezTo>
                  <a:cubicBezTo>
                    <a:pt x="9" y="15"/>
                    <a:pt x="8" y="16"/>
                    <a:pt x="6" y="17"/>
                  </a:cubicBezTo>
                  <a:cubicBezTo>
                    <a:pt x="4" y="18"/>
                    <a:pt x="2" y="19"/>
                    <a:pt x="0" y="19"/>
                  </a:cubicBezTo>
                  <a:cubicBezTo>
                    <a:pt x="0" y="11"/>
                    <a:pt x="0" y="11"/>
                    <a:pt x="0" y="11"/>
                  </a:cubicBezTo>
                  <a:cubicBezTo>
                    <a:pt x="4" y="10"/>
                    <a:pt x="6" y="8"/>
                    <a:pt x="8" y="6"/>
                  </a:cubicBezTo>
                  <a:cubicBezTo>
                    <a:pt x="10" y="5"/>
                    <a:pt x="12" y="3"/>
                    <a:pt x="13" y="0"/>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56"/>
            <p:cNvSpPr>
              <a:spLocks noEditPoints="1"/>
            </p:cNvSpPr>
            <p:nvPr/>
          </p:nvSpPr>
          <p:spPr bwMode="auto">
            <a:xfrm>
              <a:off x="5639883" y="5347661"/>
              <a:ext cx="60325" cy="74613"/>
            </a:xfrm>
            <a:custGeom>
              <a:avLst/>
              <a:gdLst>
                <a:gd name="T0" fmla="*/ 21 w 32"/>
                <a:gd name="T1" fmla="*/ 14 h 40"/>
                <a:gd name="T2" fmla="*/ 19 w 32"/>
                <a:gd name="T3" fmla="*/ 9 h 40"/>
                <a:gd name="T4" fmla="*/ 15 w 32"/>
                <a:gd name="T5" fmla="*/ 7 h 40"/>
                <a:gd name="T6" fmla="*/ 12 w 32"/>
                <a:gd name="T7" fmla="*/ 9 h 40"/>
                <a:gd name="T8" fmla="*/ 10 w 32"/>
                <a:gd name="T9" fmla="*/ 13 h 40"/>
                <a:gd name="T10" fmla="*/ 12 w 32"/>
                <a:gd name="T11" fmla="*/ 18 h 40"/>
                <a:gd name="T12" fmla="*/ 15 w 32"/>
                <a:gd name="T13" fmla="*/ 20 h 40"/>
                <a:gd name="T14" fmla="*/ 19 w 32"/>
                <a:gd name="T15" fmla="*/ 18 h 40"/>
                <a:gd name="T16" fmla="*/ 21 w 32"/>
                <a:gd name="T17" fmla="*/ 14 h 40"/>
                <a:gd name="T18" fmla="*/ 1 w 32"/>
                <a:gd name="T19" fmla="*/ 31 h 40"/>
                <a:gd name="T20" fmla="*/ 12 w 32"/>
                <a:gd name="T21" fmla="*/ 30 h 40"/>
                <a:gd name="T22" fmla="*/ 13 w 32"/>
                <a:gd name="T23" fmla="*/ 33 h 40"/>
                <a:gd name="T24" fmla="*/ 15 w 32"/>
                <a:gd name="T25" fmla="*/ 34 h 40"/>
                <a:gd name="T26" fmla="*/ 20 w 32"/>
                <a:gd name="T27" fmla="*/ 31 h 40"/>
                <a:gd name="T28" fmla="*/ 21 w 32"/>
                <a:gd name="T29" fmla="*/ 23 h 40"/>
                <a:gd name="T30" fmla="*/ 17 w 32"/>
                <a:gd name="T31" fmla="*/ 26 h 40"/>
                <a:gd name="T32" fmla="*/ 13 w 32"/>
                <a:gd name="T33" fmla="*/ 27 h 40"/>
                <a:gd name="T34" fmla="*/ 4 w 32"/>
                <a:gd name="T35" fmla="*/ 23 h 40"/>
                <a:gd name="T36" fmla="*/ 0 w 32"/>
                <a:gd name="T37" fmla="*/ 14 h 40"/>
                <a:gd name="T38" fmla="*/ 2 w 32"/>
                <a:gd name="T39" fmla="*/ 7 h 40"/>
                <a:gd name="T40" fmla="*/ 7 w 32"/>
                <a:gd name="T41" fmla="*/ 2 h 40"/>
                <a:gd name="T42" fmla="*/ 15 w 32"/>
                <a:gd name="T43" fmla="*/ 0 h 40"/>
                <a:gd name="T44" fmla="*/ 24 w 32"/>
                <a:gd name="T45" fmla="*/ 2 h 40"/>
                <a:gd name="T46" fmla="*/ 30 w 32"/>
                <a:gd name="T47" fmla="*/ 9 h 40"/>
                <a:gd name="T48" fmla="*/ 32 w 32"/>
                <a:gd name="T49" fmla="*/ 20 h 40"/>
                <a:gd name="T50" fmla="*/ 28 w 32"/>
                <a:gd name="T51" fmla="*/ 35 h 40"/>
                <a:gd name="T52" fmla="*/ 15 w 32"/>
                <a:gd name="T53" fmla="*/ 40 h 40"/>
                <a:gd name="T54" fmla="*/ 8 w 32"/>
                <a:gd name="T55" fmla="*/ 39 h 40"/>
                <a:gd name="T56" fmla="*/ 4 w 32"/>
                <a:gd name="T57" fmla="*/ 36 h 40"/>
                <a:gd name="T58" fmla="*/ 1 w 32"/>
                <a:gd name="T59" fmla="*/ 3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40">
                  <a:moveTo>
                    <a:pt x="21" y="14"/>
                  </a:moveTo>
                  <a:cubicBezTo>
                    <a:pt x="21" y="12"/>
                    <a:pt x="20" y="10"/>
                    <a:pt x="19" y="9"/>
                  </a:cubicBezTo>
                  <a:cubicBezTo>
                    <a:pt x="18" y="8"/>
                    <a:pt x="17" y="7"/>
                    <a:pt x="15" y="7"/>
                  </a:cubicBezTo>
                  <a:cubicBezTo>
                    <a:pt x="14" y="7"/>
                    <a:pt x="13" y="8"/>
                    <a:pt x="12" y="9"/>
                  </a:cubicBezTo>
                  <a:cubicBezTo>
                    <a:pt x="11" y="10"/>
                    <a:pt x="10" y="11"/>
                    <a:pt x="10" y="13"/>
                  </a:cubicBezTo>
                  <a:cubicBezTo>
                    <a:pt x="10" y="16"/>
                    <a:pt x="11" y="17"/>
                    <a:pt x="12" y="18"/>
                  </a:cubicBezTo>
                  <a:cubicBezTo>
                    <a:pt x="13" y="20"/>
                    <a:pt x="14" y="20"/>
                    <a:pt x="15" y="20"/>
                  </a:cubicBezTo>
                  <a:cubicBezTo>
                    <a:pt x="17" y="20"/>
                    <a:pt x="18" y="20"/>
                    <a:pt x="19" y="18"/>
                  </a:cubicBezTo>
                  <a:cubicBezTo>
                    <a:pt x="20" y="17"/>
                    <a:pt x="21" y="16"/>
                    <a:pt x="21" y="14"/>
                  </a:cubicBezTo>
                  <a:close/>
                  <a:moveTo>
                    <a:pt x="1" y="31"/>
                  </a:moveTo>
                  <a:cubicBezTo>
                    <a:pt x="12" y="30"/>
                    <a:pt x="12" y="30"/>
                    <a:pt x="12" y="30"/>
                  </a:cubicBezTo>
                  <a:cubicBezTo>
                    <a:pt x="12" y="31"/>
                    <a:pt x="12" y="32"/>
                    <a:pt x="13" y="33"/>
                  </a:cubicBezTo>
                  <a:cubicBezTo>
                    <a:pt x="14" y="33"/>
                    <a:pt x="15" y="34"/>
                    <a:pt x="15" y="34"/>
                  </a:cubicBezTo>
                  <a:cubicBezTo>
                    <a:pt x="17" y="34"/>
                    <a:pt x="19" y="33"/>
                    <a:pt x="20" y="31"/>
                  </a:cubicBezTo>
                  <a:cubicBezTo>
                    <a:pt x="20" y="30"/>
                    <a:pt x="21" y="27"/>
                    <a:pt x="21" y="23"/>
                  </a:cubicBezTo>
                  <a:cubicBezTo>
                    <a:pt x="20" y="24"/>
                    <a:pt x="19" y="25"/>
                    <a:pt x="17" y="26"/>
                  </a:cubicBezTo>
                  <a:cubicBezTo>
                    <a:pt x="16" y="26"/>
                    <a:pt x="14" y="27"/>
                    <a:pt x="13" y="27"/>
                  </a:cubicBezTo>
                  <a:cubicBezTo>
                    <a:pt x="9" y="27"/>
                    <a:pt x="6" y="26"/>
                    <a:pt x="4" y="23"/>
                  </a:cubicBezTo>
                  <a:cubicBezTo>
                    <a:pt x="1" y="21"/>
                    <a:pt x="0" y="17"/>
                    <a:pt x="0" y="14"/>
                  </a:cubicBezTo>
                  <a:cubicBezTo>
                    <a:pt x="0" y="11"/>
                    <a:pt x="1" y="9"/>
                    <a:pt x="2" y="7"/>
                  </a:cubicBezTo>
                  <a:cubicBezTo>
                    <a:pt x="3" y="5"/>
                    <a:pt x="5" y="3"/>
                    <a:pt x="7" y="2"/>
                  </a:cubicBezTo>
                  <a:cubicBezTo>
                    <a:pt x="9" y="1"/>
                    <a:pt x="12" y="0"/>
                    <a:pt x="15" y="0"/>
                  </a:cubicBezTo>
                  <a:cubicBezTo>
                    <a:pt x="19" y="0"/>
                    <a:pt x="22" y="1"/>
                    <a:pt x="24" y="2"/>
                  </a:cubicBezTo>
                  <a:cubicBezTo>
                    <a:pt x="27" y="4"/>
                    <a:pt x="29" y="6"/>
                    <a:pt x="30" y="9"/>
                  </a:cubicBezTo>
                  <a:cubicBezTo>
                    <a:pt x="31" y="11"/>
                    <a:pt x="32" y="15"/>
                    <a:pt x="32" y="20"/>
                  </a:cubicBezTo>
                  <a:cubicBezTo>
                    <a:pt x="32" y="27"/>
                    <a:pt x="31" y="32"/>
                    <a:pt x="28" y="35"/>
                  </a:cubicBezTo>
                  <a:cubicBezTo>
                    <a:pt x="25" y="39"/>
                    <a:pt x="21" y="40"/>
                    <a:pt x="15" y="40"/>
                  </a:cubicBezTo>
                  <a:cubicBezTo>
                    <a:pt x="12" y="40"/>
                    <a:pt x="10" y="40"/>
                    <a:pt x="8" y="39"/>
                  </a:cubicBezTo>
                  <a:cubicBezTo>
                    <a:pt x="6" y="38"/>
                    <a:pt x="5" y="37"/>
                    <a:pt x="4" y="36"/>
                  </a:cubicBezTo>
                  <a:cubicBezTo>
                    <a:pt x="2" y="35"/>
                    <a:pt x="2" y="33"/>
                    <a:pt x="1"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57"/>
            <p:cNvSpPr/>
            <p:nvPr/>
          </p:nvSpPr>
          <p:spPr bwMode="auto">
            <a:xfrm>
              <a:off x="5704970" y="5349248"/>
              <a:ext cx="60325" cy="73025"/>
            </a:xfrm>
            <a:custGeom>
              <a:avLst/>
              <a:gdLst>
                <a:gd name="T0" fmla="*/ 4 w 32"/>
                <a:gd name="T1" fmla="*/ 0 h 39"/>
                <a:gd name="T2" fmla="*/ 30 w 32"/>
                <a:gd name="T3" fmla="*/ 0 h 39"/>
                <a:gd name="T4" fmla="*/ 30 w 32"/>
                <a:gd name="T5" fmla="*/ 8 h 39"/>
                <a:gd name="T6" fmla="*/ 13 w 32"/>
                <a:gd name="T7" fmla="*/ 8 h 39"/>
                <a:gd name="T8" fmla="*/ 12 w 32"/>
                <a:gd name="T9" fmla="*/ 14 h 39"/>
                <a:gd name="T10" fmla="*/ 15 w 32"/>
                <a:gd name="T11" fmla="*/ 13 h 39"/>
                <a:gd name="T12" fmla="*/ 19 w 32"/>
                <a:gd name="T13" fmla="*/ 13 h 39"/>
                <a:gd name="T14" fmla="*/ 28 w 32"/>
                <a:gd name="T15" fmla="*/ 16 h 39"/>
                <a:gd name="T16" fmla="*/ 32 w 32"/>
                <a:gd name="T17" fmla="*/ 25 h 39"/>
                <a:gd name="T18" fmla="*/ 30 w 32"/>
                <a:gd name="T19" fmla="*/ 32 h 39"/>
                <a:gd name="T20" fmla="*/ 25 w 32"/>
                <a:gd name="T21" fmla="*/ 37 h 39"/>
                <a:gd name="T22" fmla="*/ 16 w 32"/>
                <a:gd name="T23" fmla="*/ 39 h 39"/>
                <a:gd name="T24" fmla="*/ 9 w 32"/>
                <a:gd name="T25" fmla="*/ 39 h 39"/>
                <a:gd name="T26" fmla="*/ 5 w 32"/>
                <a:gd name="T27" fmla="*/ 36 h 39"/>
                <a:gd name="T28" fmla="*/ 2 w 32"/>
                <a:gd name="T29" fmla="*/ 33 h 39"/>
                <a:gd name="T30" fmla="*/ 0 w 32"/>
                <a:gd name="T31" fmla="*/ 29 h 39"/>
                <a:gd name="T32" fmla="*/ 11 w 32"/>
                <a:gd name="T33" fmla="*/ 27 h 39"/>
                <a:gd name="T34" fmla="*/ 12 w 32"/>
                <a:gd name="T35" fmla="*/ 31 h 39"/>
                <a:gd name="T36" fmla="*/ 16 w 32"/>
                <a:gd name="T37" fmla="*/ 33 h 39"/>
                <a:gd name="T38" fmla="*/ 20 w 32"/>
                <a:gd name="T39" fmla="*/ 31 h 39"/>
                <a:gd name="T40" fmla="*/ 21 w 32"/>
                <a:gd name="T41" fmla="*/ 26 h 39"/>
                <a:gd name="T42" fmla="*/ 20 w 32"/>
                <a:gd name="T43" fmla="*/ 21 h 39"/>
                <a:gd name="T44" fmla="*/ 16 w 32"/>
                <a:gd name="T45" fmla="*/ 19 h 39"/>
                <a:gd name="T46" fmla="*/ 13 w 32"/>
                <a:gd name="T47" fmla="*/ 20 h 39"/>
                <a:gd name="T48" fmla="*/ 10 w 32"/>
                <a:gd name="T49" fmla="*/ 22 h 39"/>
                <a:gd name="T50" fmla="*/ 1 w 32"/>
                <a:gd name="T51" fmla="*/ 21 h 39"/>
                <a:gd name="T52" fmla="*/ 4 w 32"/>
                <a:gd name="T5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9">
                  <a:moveTo>
                    <a:pt x="4" y="0"/>
                  </a:moveTo>
                  <a:cubicBezTo>
                    <a:pt x="30" y="0"/>
                    <a:pt x="30" y="0"/>
                    <a:pt x="30" y="0"/>
                  </a:cubicBezTo>
                  <a:cubicBezTo>
                    <a:pt x="30" y="8"/>
                    <a:pt x="30" y="8"/>
                    <a:pt x="30" y="8"/>
                  </a:cubicBezTo>
                  <a:cubicBezTo>
                    <a:pt x="13" y="8"/>
                    <a:pt x="13" y="8"/>
                    <a:pt x="13" y="8"/>
                  </a:cubicBezTo>
                  <a:cubicBezTo>
                    <a:pt x="12" y="14"/>
                    <a:pt x="12" y="14"/>
                    <a:pt x="12" y="14"/>
                  </a:cubicBezTo>
                  <a:cubicBezTo>
                    <a:pt x="13" y="14"/>
                    <a:pt x="14" y="13"/>
                    <a:pt x="15" y="13"/>
                  </a:cubicBezTo>
                  <a:cubicBezTo>
                    <a:pt x="17" y="13"/>
                    <a:pt x="18" y="13"/>
                    <a:pt x="19" y="13"/>
                  </a:cubicBezTo>
                  <a:cubicBezTo>
                    <a:pt x="23" y="13"/>
                    <a:pt x="26" y="14"/>
                    <a:pt x="28" y="16"/>
                  </a:cubicBezTo>
                  <a:cubicBezTo>
                    <a:pt x="31" y="18"/>
                    <a:pt x="32" y="21"/>
                    <a:pt x="32" y="25"/>
                  </a:cubicBezTo>
                  <a:cubicBezTo>
                    <a:pt x="32" y="27"/>
                    <a:pt x="31" y="30"/>
                    <a:pt x="30" y="32"/>
                  </a:cubicBezTo>
                  <a:cubicBezTo>
                    <a:pt x="29" y="35"/>
                    <a:pt x="27" y="36"/>
                    <a:pt x="25" y="37"/>
                  </a:cubicBezTo>
                  <a:cubicBezTo>
                    <a:pt x="22" y="39"/>
                    <a:pt x="20" y="39"/>
                    <a:pt x="16" y="39"/>
                  </a:cubicBezTo>
                  <a:cubicBezTo>
                    <a:pt x="13" y="39"/>
                    <a:pt x="11" y="39"/>
                    <a:pt x="9" y="39"/>
                  </a:cubicBezTo>
                  <a:cubicBezTo>
                    <a:pt x="8" y="38"/>
                    <a:pt x="6" y="37"/>
                    <a:pt x="5" y="36"/>
                  </a:cubicBezTo>
                  <a:cubicBezTo>
                    <a:pt x="4" y="35"/>
                    <a:pt x="2" y="34"/>
                    <a:pt x="2" y="33"/>
                  </a:cubicBezTo>
                  <a:cubicBezTo>
                    <a:pt x="1" y="32"/>
                    <a:pt x="0" y="30"/>
                    <a:pt x="0" y="29"/>
                  </a:cubicBezTo>
                  <a:cubicBezTo>
                    <a:pt x="11" y="27"/>
                    <a:pt x="11" y="27"/>
                    <a:pt x="11" y="27"/>
                  </a:cubicBezTo>
                  <a:cubicBezTo>
                    <a:pt x="11" y="29"/>
                    <a:pt x="11" y="30"/>
                    <a:pt x="12" y="31"/>
                  </a:cubicBezTo>
                  <a:cubicBezTo>
                    <a:pt x="13" y="32"/>
                    <a:pt x="15" y="33"/>
                    <a:pt x="16" y="33"/>
                  </a:cubicBezTo>
                  <a:cubicBezTo>
                    <a:pt x="17" y="33"/>
                    <a:pt x="19" y="32"/>
                    <a:pt x="20" y="31"/>
                  </a:cubicBezTo>
                  <a:cubicBezTo>
                    <a:pt x="21" y="30"/>
                    <a:pt x="21" y="28"/>
                    <a:pt x="21" y="26"/>
                  </a:cubicBezTo>
                  <a:cubicBezTo>
                    <a:pt x="21" y="24"/>
                    <a:pt x="21" y="22"/>
                    <a:pt x="20" y="21"/>
                  </a:cubicBezTo>
                  <a:cubicBezTo>
                    <a:pt x="19" y="20"/>
                    <a:pt x="17" y="19"/>
                    <a:pt x="16" y="19"/>
                  </a:cubicBezTo>
                  <a:cubicBezTo>
                    <a:pt x="15" y="19"/>
                    <a:pt x="14" y="20"/>
                    <a:pt x="13" y="20"/>
                  </a:cubicBezTo>
                  <a:cubicBezTo>
                    <a:pt x="12" y="20"/>
                    <a:pt x="11" y="21"/>
                    <a:pt x="10" y="22"/>
                  </a:cubicBezTo>
                  <a:cubicBezTo>
                    <a:pt x="1" y="21"/>
                    <a:pt x="1" y="21"/>
                    <a:pt x="1" y="21"/>
                  </a:cubicBez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58"/>
            <p:cNvSpPr/>
            <p:nvPr/>
          </p:nvSpPr>
          <p:spPr bwMode="auto">
            <a:xfrm>
              <a:off x="5770058" y="5347661"/>
              <a:ext cx="57150" cy="74613"/>
            </a:xfrm>
            <a:custGeom>
              <a:avLst/>
              <a:gdLst>
                <a:gd name="T0" fmla="*/ 10 w 31"/>
                <a:gd name="T1" fmla="*/ 12 h 40"/>
                <a:gd name="T2" fmla="*/ 0 w 31"/>
                <a:gd name="T3" fmla="*/ 10 h 40"/>
                <a:gd name="T4" fmla="*/ 5 w 31"/>
                <a:gd name="T5" fmla="*/ 3 h 40"/>
                <a:gd name="T6" fmla="*/ 15 w 31"/>
                <a:gd name="T7" fmla="*/ 0 h 40"/>
                <a:gd name="T8" fmla="*/ 26 w 31"/>
                <a:gd name="T9" fmla="*/ 3 h 40"/>
                <a:gd name="T10" fmla="*/ 30 w 31"/>
                <a:gd name="T11" fmla="*/ 10 h 40"/>
                <a:gd name="T12" fmla="*/ 28 w 31"/>
                <a:gd name="T13" fmla="*/ 15 h 40"/>
                <a:gd name="T14" fmla="*/ 24 w 31"/>
                <a:gd name="T15" fmla="*/ 18 h 40"/>
                <a:gd name="T16" fmla="*/ 27 w 31"/>
                <a:gd name="T17" fmla="*/ 20 h 40"/>
                <a:gd name="T18" fmla="*/ 30 w 31"/>
                <a:gd name="T19" fmla="*/ 23 h 40"/>
                <a:gd name="T20" fmla="*/ 31 w 31"/>
                <a:gd name="T21" fmla="*/ 27 h 40"/>
                <a:gd name="T22" fmla="*/ 30 w 31"/>
                <a:gd name="T23" fmla="*/ 34 h 40"/>
                <a:gd name="T24" fmla="*/ 25 w 31"/>
                <a:gd name="T25" fmla="*/ 39 h 40"/>
                <a:gd name="T26" fmla="*/ 16 w 31"/>
                <a:gd name="T27" fmla="*/ 40 h 40"/>
                <a:gd name="T28" fmla="*/ 8 w 31"/>
                <a:gd name="T29" fmla="*/ 39 h 40"/>
                <a:gd name="T30" fmla="*/ 3 w 31"/>
                <a:gd name="T31" fmla="*/ 35 h 40"/>
                <a:gd name="T32" fmla="*/ 0 w 31"/>
                <a:gd name="T33" fmla="*/ 29 h 40"/>
                <a:gd name="T34" fmla="*/ 10 w 31"/>
                <a:gd name="T35" fmla="*/ 28 h 40"/>
                <a:gd name="T36" fmla="*/ 12 w 31"/>
                <a:gd name="T37" fmla="*/ 32 h 40"/>
                <a:gd name="T38" fmla="*/ 16 w 31"/>
                <a:gd name="T39" fmla="*/ 34 h 40"/>
                <a:gd name="T40" fmla="*/ 19 w 31"/>
                <a:gd name="T41" fmla="*/ 32 h 40"/>
                <a:gd name="T42" fmla="*/ 21 w 31"/>
                <a:gd name="T43" fmla="*/ 28 h 40"/>
                <a:gd name="T44" fmla="*/ 19 w 31"/>
                <a:gd name="T45" fmla="*/ 24 h 40"/>
                <a:gd name="T46" fmla="*/ 15 w 31"/>
                <a:gd name="T47" fmla="*/ 22 h 40"/>
                <a:gd name="T48" fmla="*/ 12 w 31"/>
                <a:gd name="T49" fmla="*/ 23 h 40"/>
                <a:gd name="T50" fmla="*/ 13 w 31"/>
                <a:gd name="T51" fmla="*/ 15 h 40"/>
                <a:gd name="T52" fmla="*/ 14 w 31"/>
                <a:gd name="T53" fmla="*/ 15 h 40"/>
                <a:gd name="T54" fmla="*/ 17 w 31"/>
                <a:gd name="T55" fmla="*/ 14 h 40"/>
                <a:gd name="T56" fmla="*/ 19 w 31"/>
                <a:gd name="T57" fmla="*/ 11 h 40"/>
                <a:gd name="T58" fmla="*/ 18 w 31"/>
                <a:gd name="T59" fmla="*/ 8 h 40"/>
                <a:gd name="T60" fmla="*/ 15 w 31"/>
                <a:gd name="T61" fmla="*/ 7 h 40"/>
                <a:gd name="T62" fmla="*/ 12 w 31"/>
                <a:gd name="T63" fmla="*/ 8 h 40"/>
                <a:gd name="T64" fmla="*/ 10 w 31"/>
                <a:gd name="T65"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40">
                  <a:moveTo>
                    <a:pt x="10" y="12"/>
                  </a:moveTo>
                  <a:cubicBezTo>
                    <a:pt x="0" y="10"/>
                    <a:pt x="0" y="10"/>
                    <a:pt x="0" y="10"/>
                  </a:cubicBezTo>
                  <a:cubicBezTo>
                    <a:pt x="1" y="7"/>
                    <a:pt x="3" y="5"/>
                    <a:pt x="5" y="3"/>
                  </a:cubicBezTo>
                  <a:cubicBezTo>
                    <a:pt x="7" y="1"/>
                    <a:pt x="11" y="0"/>
                    <a:pt x="15" y="0"/>
                  </a:cubicBezTo>
                  <a:cubicBezTo>
                    <a:pt x="20" y="0"/>
                    <a:pt x="24" y="1"/>
                    <a:pt x="26" y="3"/>
                  </a:cubicBezTo>
                  <a:cubicBezTo>
                    <a:pt x="28" y="5"/>
                    <a:pt x="30" y="7"/>
                    <a:pt x="30" y="10"/>
                  </a:cubicBezTo>
                  <a:cubicBezTo>
                    <a:pt x="30" y="12"/>
                    <a:pt x="29" y="13"/>
                    <a:pt x="28" y="15"/>
                  </a:cubicBezTo>
                  <a:cubicBezTo>
                    <a:pt x="27" y="16"/>
                    <a:pt x="26" y="17"/>
                    <a:pt x="24" y="18"/>
                  </a:cubicBezTo>
                  <a:cubicBezTo>
                    <a:pt x="25" y="19"/>
                    <a:pt x="27" y="19"/>
                    <a:pt x="27" y="20"/>
                  </a:cubicBezTo>
                  <a:cubicBezTo>
                    <a:pt x="29" y="20"/>
                    <a:pt x="30" y="21"/>
                    <a:pt x="30" y="23"/>
                  </a:cubicBezTo>
                  <a:cubicBezTo>
                    <a:pt x="31" y="24"/>
                    <a:pt x="31" y="26"/>
                    <a:pt x="31" y="27"/>
                  </a:cubicBezTo>
                  <a:cubicBezTo>
                    <a:pt x="31" y="30"/>
                    <a:pt x="31" y="32"/>
                    <a:pt x="30" y="34"/>
                  </a:cubicBezTo>
                  <a:cubicBezTo>
                    <a:pt x="29" y="36"/>
                    <a:pt x="27" y="38"/>
                    <a:pt x="25" y="39"/>
                  </a:cubicBezTo>
                  <a:cubicBezTo>
                    <a:pt x="22" y="40"/>
                    <a:pt x="19" y="40"/>
                    <a:pt x="16" y="40"/>
                  </a:cubicBezTo>
                  <a:cubicBezTo>
                    <a:pt x="12" y="40"/>
                    <a:pt x="10" y="40"/>
                    <a:pt x="8" y="39"/>
                  </a:cubicBezTo>
                  <a:cubicBezTo>
                    <a:pt x="6" y="38"/>
                    <a:pt x="4" y="37"/>
                    <a:pt x="3" y="35"/>
                  </a:cubicBezTo>
                  <a:cubicBezTo>
                    <a:pt x="1" y="34"/>
                    <a:pt x="0" y="32"/>
                    <a:pt x="0" y="29"/>
                  </a:cubicBezTo>
                  <a:cubicBezTo>
                    <a:pt x="10" y="28"/>
                    <a:pt x="10" y="28"/>
                    <a:pt x="10" y="28"/>
                  </a:cubicBezTo>
                  <a:cubicBezTo>
                    <a:pt x="11" y="30"/>
                    <a:pt x="11" y="32"/>
                    <a:pt x="12" y="32"/>
                  </a:cubicBezTo>
                  <a:cubicBezTo>
                    <a:pt x="13" y="33"/>
                    <a:pt x="14" y="34"/>
                    <a:pt x="16" y="34"/>
                  </a:cubicBezTo>
                  <a:cubicBezTo>
                    <a:pt x="17" y="34"/>
                    <a:pt x="18" y="33"/>
                    <a:pt x="19" y="32"/>
                  </a:cubicBezTo>
                  <a:cubicBezTo>
                    <a:pt x="20" y="31"/>
                    <a:pt x="21" y="30"/>
                    <a:pt x="21" y="28"/>
                  </a:cubicBezTo>
                  <a:cubicBezTo>
                    <a:pt x="21" y="26"/>
                    <a:pt x="20" y="25"/>
                    <a:pt x="19" y="24"/>
                  </a:cubicBezTo>
                  <a:cubicBezTo>
                    <a:pt x="18" y="23"/>
                    <a:pt x="17" y="22"/>
                    <a:pt x="15" y="22"/>
                  </a:cubicBezTo>
                  <a:cubicBezTo>
                    <a:pt x="15" y="22"/>
                    <a:pt x="14" y="23"/>
                    <a:pt x="12" y="23"/>
                  </a:cubicBezTo>
                  <a:cubicBezTo>
                    <a:pt x="13" y="15"/>
                    <a:pt x="13" y="15"/>
                    <a:pt x="13" y="15"/>
                  </a:cubicBezTo>
                  <a:cubicBezTo>
                    <a:pt x="13" y="15"/>
                    <a:pt x="14" y="15"/>
                    <a:pt x="14" y="15"/>
                  </a:cubicBezTo>
                  <a:cubicBezTo>
                    <a:pt x="15" y="15"/>
                    <a:pt x="17" y="15"/>
                    <a:pt x="17" y="14"/>
                  </a:cubicBezTo>
                  <a:cubicBezTo>
                    <a:pt x="18" y="13"/>
                    <a:pt x="19" y="12"/>
                    <a:pt x="19" y="11"/>
                  </a:cubicBezTo>
                  <a:cubicBezTo>
                    <a:pt x="19" y="10"/>
                    <a:pt x="18" y="9"/>
                    <a:pt x="18" y="8"/>
                  </a:cubicBezTo>
                  <a:cubicBezTo>
                    <a:pt x="17" y="7"/>
                    <a:pt x="16" y="7"/>
                    <a:pt x="15" y="7"/>
                  </a:cubicBezTo>
                  <a:cubicBezTo>
                    <a:pt x="14" y="7"/>
                    <a:pt x="13" y="7"/>
                    <a:pt x="12" y="8"/>
                  </a:cubicBezTo>
                  <a:cubicBezTo>
                    <a:pt x="11" y="9"/>
                    <a:pt x="11" y="10"/>
                    <a:pt x="10"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59"/>
            <p:cNvSpPr/>
            <p:nvPr/>
          </p:nvSpPr>
          <p:spPr bwMode="auto">
            <a:xfrm>
              <a:off x="5277933" y="5415923"/>
              <a:ext cx="17463" cy="9525"/>
            </a:xfrm>
            <a:custGeom>
              <a:avLst/>
              <a:gdLst>
                <a:gd name="T0" fmla="*/ 0 w 11"/>
                <a:gd name="T1" fmla="*/ 6 h 6"/>
                <a:gd name="T2" fmla="*/ 5 w 11"/>
                <a:gd name="T3" fmla="*/ 5 h 6"/>
                <a:gd name="T4" fmla="*/ 11 w 11"/>
                <a:gd name="T5" fmla="*/ 2 h 6"/>
                <a:gd name="T6" fmla="*/ 8 w 11"/>
                <a:gd name="T7" fmla="*/ 1 h 6"/>
                <a:gd name="T8" fmla="*/ 4 w 11"/>
                <a:gd name="T9" fmla="*/ 0 h 6"/>
                <a:gd name="T10" fmla="*/ 0 w 11"/>
                <a:gd name="T11" fmla="*/ 6 h 6"/>
              </a:gdLst>
              <a:ahLst/>
              <a:cxnLst>
                <a:cxn ang="0">
                  <a:pos x="T0" y="T1"/>
                </a:cxn>
                <a:cxn ang="0">
                  <a:pos x="T2" y="T3"/>
                </a:cxn>
                <a:cxn ang="0">
                  <a:pos x="T4" y="T5"/>
                </a:cxn>
                <a:cxn ang="0">
                  <a:pos x="T6" y="T7"/>
                </a:cxn>
                <a:cxn ang="0">
                  <a:pos x="T8" y="T9"/>
                </a:cxn>
                <a:cxn ang="0">
                  <a:pos x="T10" y="T11"/>
                </a:cxn>
              </a:cxnLst>
              <a:rect l="0" t="0" r="r" b="b"/>
              <a:pathLst>
                <a:path w="11" h="6">
                  <a:moveTo>
                    <a:pt x="0" y="6"/>
                  </a:moveTo>
                  <a:lnTo>
                    <a:pt x="5" y="5"/>
                  </a:lnTo>
                  <a:lnTo>
                    <a:pt x="11" y="2"/>
                  </a:lnTo>
                  <a:lnTo>
                    <a:pt x="8" y="1"/>
                  </a:lnTo>
                  <a:lnTo>
                    <a:pt x="4" y="0"/>
                  </a:ln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60"/>
            <p:cNvSpPr/>
            <p:nvPr/>
          </p:nvSpPr>
          <p:spPr bwMode="auto">
            <a:xfrm>
              <a:off x="5377945" y="4187198"/>
              <a:ext cx="44450" cy="34925"/>
            </a:xfrm>
            <a:custGeom>
              <a:avLst/>
              <a:gdLst>
                <a:gd name="T0" fmla="*/ 22 w 24"/>
                <a:gd name="T1" fmla="*/ 11 h 19"/>
                <a:gd name="T2" fmla="*/ 24 w 24"/>
                <a:gd name="T3" fmla="*/ 8 h 19"/>
                <a:gd name="T4" fmla="*/ 24 w 24"/>
                <a:gd name="T5" fmla="*/ 4 h 19"/>
                <a:gd name="T6" fmla="*/ 21 w 24"/>
                <a:gd name="T7" fmla="*/ 0 h 19"/>
                <a:gd name="T8" fmla="*/ 16 w 24"/>
                <a:gd name="T9" fmla="*/ 0 h 19"/>
                <a:gd name="T10" fmla="*/ 8 w 24"/>
                <a:gd name="T11" fmla="*/ 4 h 19"/>
                <a:gd name="T12" fmla="*/ 0 w 24"/>
                <a:gd name="T13" fmla="*/ 7 h 19"/>
                <a:gd name="T14" fmla="*/ 5 w 24"/>
                <a:gd name="T15" fmla="*/ 19 h 19"/>
                <a:gd name="T16" fmla="*/ 13 w 24"/>
                <a:gd name="T17" fmla="*/ 16 h 19"/>
                <a:gd name="T18" fmla="*/ 22 w 24"/>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9">
                  <a:moveTo>
                    <a:pt x="22" y="11"/>
                  </a:moveTo>
                  <a:cubicBezTo>
                    <a:pt x="23" y="10"/>
                    <a:pt x="24" y="9"/>
                    <a:pt x="24" y="8"/>
                  </a:cubicBezTo>
                  <a:cubicBezTo>
                    <a:pt x="24" y="6"/>
                    <a:pt x="24" y="5"/>
                    <a:pt x="24" y="4"/>
                  </a:cubicBezTo>
                  <a:cubicBezTo>
                    <a:pt x="23" y="2"/>
                    <a:pt x="22" y="1"/>
                    <a:pt x="21" y="0"/>
                  </a:cubicBezTo>
                  <a:cubicBezTo>
                    <a:pt x="19" y="0"/>
                    <a:pt x="18" y="0"/>
                    <a:pt x="16" y="0"/>
                  </a:cubicBezTo>
                  <a:cubicBezTo>
                    <a:pt x="15" y="1"/>
                    <a:pt x="12" y="2"/>
                    <a:pt x="8" y="4"/>
                  </a:cubicBezTo>
                  <a:cubicBezTo>
                    <a:pt x="0" y="7"/>
                    <a:pt x="0" y="7"/>
                    <a:pt x="0" y="7"/>
                  </a:cubicBezTo>
                  <a:cubicBezTo>
                    <a:pt x="5" y="19"/>
                    <a:pt x="5" y="19"/>
                    <a:pt x="5" y="19"/>
                  </a:cubicBezTo>
                  <a:cubicBezTo>
                    <a:pt x="13" y="16"/>
                    <a:pt x="13" y="16"/>
                    <a:pt x="13" y="16"/>
                  </a:cubicBezTo>
                  <a:cubicBezTo>
                    <a:pt x="18" y="13"/>
                    <a:pt x="21" y="12"/>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61"/>
            <p:cNvSpPr/>
            <p:nvPr/>
          </p:nvSpPr>
          <p:spPr bwMode="auto">
            <a:xfrm>
              <a:off x="6297108" y="4461836"/>
              <a:ext cx="36513" cy="46038"/>
            </a:xfrm>
            <a:custGeom>
              <a:avLst/>
              <a:gdLst>
                <a:gd name="T0" fmla="*/ 10 w 20"/>
                <a:gd name="T1" fmla="*/ 23 h 25"/>
                <a:gd name="T2" fmla="*/ 13 w 20"/>
                <a:gd name="T3" fmla="*/ 25 h 25"/>
                <a:gd name="T4" fmla="*/ 17 w 20"/>
                <a:gd name="T5" fmla="*/ 24 h 25"/>
                <a:gd name="T6" fmla="*/ 20 w 20"/>
                <a:gd name="T7" fmla="*/ 20 h 25"/>
                <a:gd name="T8" fmla="*/ 20 w 20"/>
                <a:gd name="T9" fmla="*/ 15 h 25"/>
                <a:gd name="T10" fmla="*/ 15 w 20"/>
                <a:gd name="T11" fmla="*/ 8 h 25"/>
                <a:gd name="T12" fmla="*/ 11 w 20"/>
                <a:gd name="T13" fmla="*/ 0 h 25"/>
                <a:gd name="T14" fmla="*/ 0 w 20"/>
                <a:gd name="T15" fmla="*/ 7 h 25"/>
                <a:gd name="T16" fmla="*/ 4 w 20"/>
                <a:gd name="T17" fmla="*/ 14 h 25"/>
                <a:gd name="T18" fmla="*/ 10 w 20"/>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5">
                  <a:moveTo>
                    <a:pt x="10" y="23"/>
                  </a:moveTo>
                  <a:cubicBezTo>
                    <a:pt x="11" y="24"/>
                    <a:pt x="12" y="24"/>
                    <a:pt x="13" y="25"/>
                  </a:cubicBezTo>
                  <a:cubicBezTo>
                    <a:pt x="15" y="25"/>
                    <a:pt x="16" y="24"/>
                    <a:pt x="17" y="24"/>
                  </a:cubicBezTo>
                  <a:cubicBezTo>
                    <a:pt x="19" y="23"/>
                    <a:pt x="20" y="21"/>
                    <a:pt x="20" y="20"/>
                  </a:cubicBezTo>
                  <a:cubicBezTo>
                    <a:pt x="20" y="19"/>
                    <a:pt x="20" y="17"/>
                    <a:pt x="20" y="15"/>
                  </a:cubicBezTo>
                  <a:cubicBezTo>
                    <a:pt x="19" y="14"/>
                    <a:pt x="18" y="12"/>
                    <a:pt x="15" y="8"/>
                  </a:cubicBezTo>
                  <a:cubicBezTo>
                    <a:pt x="11" y="0"/>
                    <a:pt x="11" y="0"/>
                    <a:pt x="11" y="0"/>
                  </a:cubicBezTo>
                  <a:cubicBezTo>
                    <a:pt x="0" y="7"/>
                    <a:pt x="0" y="7"/>
                    <a:pt x="0" y="7"/>
                  </a:cubicBezTo>
                  <a:cubicBezTo>
                    <a:pt x="4" y="14"/>
                    <a:pt x="4" y="14"/>
                    <a:pt x="4" y="14"/>
                  </a:cubicBezTo>
                  <a:cubicBezTo>
                    <a:pt x="7" y="19"/>
                    <a:pt x="9" y="22"/>
                    <a:pt x="1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62"/>
            <p:cNvSpPr/>
            <p:nvPr/>
          </p:nvSpPr>
          <p:spPr bwMode="auto">
            <a:xfrm>
              <a:off x="4995358" y="4642811"/>
              <a:ext cx="39688" cy="28575"/>
            </a:xfrm>
            <a:custGeom>
              <a:avLst/>
              <a:gdLst>
                <a:gd name="T0" fmla="*/ 25 w 25"/>
                <a:gd name="T1" fmla="*/ 0 h 18"/>
                <a:gd name="T2" fmla="*/ 0 w 25"/>
                <a:gd name="T3" fmla="*/ 3 h 18"/>
                <a:gd name="T4" fmla="*/ 19 w 25"/>
                <a:gd name="T5" fmla="*/ 18 h 18"/>
                <a:gd name="T6" fmla="*/ 25 w 25"/>
                <a:gd name="T7" fmla="*/ 0 h 18"/>
              </a:gdLst>
              <a:ahLst/>
              <a:cxnLst>
                <a:cxn ang="0">
                  <a:pos x="T0" y="T1"/>
                </a:cxn>
                <a:cxn ang="0">
                  <a:pos x="T2" y="T3"/>
                </a:cxn>
                <a:cxn ang="0">
                  <a:pos x="T4" y="T5"/>
                </a:cxn>
                <a:cxn ang="0">
                  <a:pos x="T6" y="T7"/>
                </a:cxn>
              </a:cxnLst>
              <a:rect l="0" t="0" r="r" b="b"/>
              <a:pathLst>
                <a:path w="25" h="18">
                  <a:moveTo>
                    <a:pt x="25" y="0"/>
                  </a:moveTo>
                  <a:lnTo>
                    <a:pt x="0" y="3"/>
                  </a:lnTo>
                  <a:lnTo>
                    <a:pt x="19" y="18"/>
                  </a:lnTo>
                  <a:lnTo>
                    <a:pt x="2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63"/>
            <p:cNvSpPr/>
            <p:nvPr/>
          </p:nvSpPr>
          <p:spPr bwMode="auto">
            <a:xfrm>
              <a:off x="5774820" y="5565148"/>
              <a:ext cx="38100" cy="61913"/>
            </a:xfrm>
            <a:custGeom>
              <a:avLst/>
              <a:gdLst>
                <a:gd name="T0" fmla="*/ 7 w 21"/>
                <a:gd name="T1" fmla="*/ 10 h 33"/>
                <a:gd name="T2" fmla="*/ 4 w 21"/>
                <a:gd name="T3" fmla="*/ 12 h 33"/>
                <a:gd name="T4" fmla="*/ 2 w 21"/>
                <a:gd name="T5" fmla="*/ 15 h 33"/>
                <a:gd name="T6" fmla="*/ 1 w 21"/>
                <a:gd name="T7" fmla="*/ 19 h 33"/>
                <a:gd name="T8" fmla="*/ 0 w 21"/>
                <a:gd name="T9" fmla="*/ 23 h 33"/>
                <a:gd name="T10" fmla="*/ 2 w 21"/>
                <a:gd name="T11" fmla="*/ 26 h 33"/>
                <a:gd name="T12" fmla="*/ 9 w 21"/>
                <a:gd name="T13" fmla="*/ 32 h 33"/>
                <a:gd name="T14" fmla="*/ 12 w 21"/>
                <a:gd name="T15" fmla="*/ 33 h 33"/>
                <a:gd name="T16" fmla="*/ 15 w 21"/>
                <a:gd name="T17" fmla="*/ 33 h 33"/>
                <a:gd name="T18" fmla="*/ 19 w 21"/>
                <a:gd name="T19" fmla="*/ 29 h 33"/>
                <a:gd name="T20" fmla="*/ 20 w 21"/>
                <a:gd name="T21" fmla="*/ 26 h 33"/>
                <a:gd name="T22" fmla="*/ 21 w 21"/>
                <a:gd name="T23" fmla="*/ 24 h 33"/>
                <a:gd name="T24" fmla="*/ 20 w 21"/>
                <a:gd name="T25" fmla="*/ 20 h 33"/>
                <a:gd name="T26" fmla="*/ 14 w 21"/>
                <a:gd name="T27" fmla="*/ 16 h 33"/>
                <a:gd name="T28" fmla="*/ 14 w 21"/>
                <a:gd name="T29" fmla="*/ 11 h 33"/>
                <a:gd name="T30" fmla="*/ 17 w 21"/>
                <a:gd name="T31" fmla="*/ 11 h 33"/>
                <a:gd name="T32" fmla="*/ 18 w 21"/>
                <a:gd name="T33" fmla="*/ 8 h 33"/>
                <a:gd name="T34" fmla="*/ 18 w 21"/>
                <a:gd name="T35" fmla="*/ 5 h 33"/>
                <a:gd name="T36" fmla="*/ 18 w 21"/>
                <a:gd name="T37" fmla="*/ 2 h 33"/>
                <a:gd name="T38" fmla="*/ 15 w 21"/>
                <a:gd name="T39" fmla="*/ 2 h 33"/>
                <a:gd name="T40" fmla="*/ 10 w 21"/>
                <a:gd name="T41" fmla="*/ 8 h 33"/>
                <a:gd name="T42" fmla="*/ 9 w 21"/>
                <a:gd name="T43" fmla="*/ 9 h 33"/>
                <a:gd name="T44" fmla="*/ 7 w 21"/>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33">
                  <a:moveTo>
                    <a:pt x="7" y="10"/>
                  </a:moveTo>
                  <a:cubicBezTo>
                    <a:pt x="5" y="10"/>
                    <a:pt x="4" y="12"/>
                    <a:pt x="4" y="12"/>
                  </a:cubicBezTo>
                  <a:cubicBezTo>
                    <a:pt x="1" y="14"/>
                    <a:pt x="2" y="15"/>
                    <a:pt x="2" y="15"/>
                  </a:cubicBezTo>
                  <a:cubicBezTo>
                    <a:pt x="2" y="16"/>
                    <a:pt x="1" y="19"/>
                    <a:pt x="1" y="19"/>
                  </a:cubicBezTo>
                  <a:cubicBezTo>
                    <a:pt x="0" y="20"/>
                    <a:pt x="0" y="23"/>
                    <a:pt x="0" y="23"/>
                  </a:cubicBezTo>
                  <a:cubicBezTo>
                    <a:pt x="0" y="24"/>
                    <a:pt x="2" y="26"/>
                    <a:pt x="2" y="26"/>
                  </a:cubicBezTo>
                  <a:cubicBezTo>
                    <a:pt x="3" y="29"/>
                    <a:pt x="9" y="32"/>
                    <a:pt x="9" y="32"/>
                  </a:cubicBezTo>
                  <a:cubicBezTo>
                    <a:pt x="10" y="33"/>
                    <a:pt x="11" y="33"/>
                    <a:pt x="12" y="33"/>
                  </a:cubicBezTo>
                  <a:cubicBezTo>
                    <a:pt x="13" y="33"/>
                    <a:pt x="14" y="33"/>
                    <a:pt x="15" y="33"/>
                  </a:cubicBezTo>
                  <a:cubicBezTo>
                    <a:pt x="19" y="33"/>
                    <a:pt x="19" y="29"/>
                    <a:pt x="19" y="29"/>
                  </a:cubicBezTo>
                  <a:cubicBezTo>
                    <a:pt x="18" y="28"/>
                    <a:pt x="20" y="26"/>
                    <a:pt x="20" y="26"/>
                  </a:cubicBezTo>
                  <a:cubicBezTo>
                    <a:pt x="21" y="25"/>
                    <a:pt x="21" y="24"/>
                    <a:pt x="21" y="24"/>
                  </a:cubicBezTo>
                  <a:cubicBezTo>
                    <a:pt x="20" y="23"/>
                    <a:pt x="20" y="20"/>
                    <a:pt x="20" y="20"/>
                  </a:cubicBezTo>
                  <a:cubicBezTo>
                    <a:pt x="18" y="19"/>
                    <a:pt x="14" y="16"/>
                    <a:pt x="14" y="16"/>
                  </a:cubicBezTo>
                  <a:cubicBezTo>
                    <a:pt x="11" y="12"/>
                    <a:pt x="14" y="11"/>
                    <a:pt x="14" y="11"/>
                  </a:cubicBezTo>
                  <a:cubicBezTo>
                    <a:pt x="16" y="12"/>
                    <a:pt x="17" y="11"/>
                    <a:pt x="17" y="11"/>
                  </a:cubicBezTo>
                  <a:cubicBezTo>
                    <a:pt x="19" y="11"/>
                    <a:pt x="18" y="8"/>
                    <a:pt x="18" y="8"/>
                  </a:cubicBezTo>
                  <a:cubicBezTo>
                    <a:pt x="18" y="6"/>
                    <a:pt x="18" y="5"/>
                    <a:pt x="18" y="5"/>
                  </a:cubicBezTo>
                  <a:cubicBezTo>
                    <a:pt x="19" y="2"/>
                    <a:pt x="18" y="2"/>
                    <a:pt x="18" y="2"/>
                  </a:cubicBezTo>
                  <a:cubicBezTo>
                    <a:pt x="16" y="0"/>
                    <a:pt x="15" y="2"/>
                    <a:pt x="15" y="2"/>
                  </a:cubicBezTo>
                  <a:cubicBezTo>
                    <a:pt x="14" y="4"/>
                    <a:pt x="10" y="8"/>
                    <a:pt x="10" y="8"/>
                  </a:cubicBezTo>
                  <a:cubicBezTo>
                    <a:pt x="9" y="8"/>
                    <a:pt x="9" y="9"/>
                    <a:pt x="9" y="9"/>
                  </a:cubicBezTo>
                  <a:cubicBezTo>
                    <a:pt x="8" y="10"/>
                    <a:pt x="7" y="10"/>
                    <a:pt x="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64"/>
            <p:cNvSpPr/>
            <p:nvPr/>
          </p:nvSpPr>
          <p:spPr bwMode="auto">
            <a:xfrm>
              <a:off x="5417633" y="5504823"/>
              <a:ext cx="7938" cy="20638"/>
            </a:xfrm>
            <a:custGeom>
              <a:avLst/>
              <a:gdLst>
                <a:gd name="T0" fmla="*/ 0 w 4"/>
                <a:gd name="T1" fmla="*/ 0 h 11"/>
                <a:gd name="T2" fmla="*/ 2 w 4"/>
                <a:gd name="T3" fmla="*/ 5 h 11"/>
                <a:gd name="T4" fmla="*/ 2 w 4"/>
                <a:gd name="T5" fmla="*/ 7 h 11"/>
                <a:gd name="T6" fmla="*/ 3 w 4"/>
                <a:gd name="T7" fmla="*/ 10 h 11"/>
                <a:gd name="T8" fmla="*/ 4 w 4"/>
                <a:gd name="T9" fmla="*/ 9 h 11"/>
                <a:gd name="T10" fmla="*/ 3 w 4"/>
                <a:gd name="T11" fmla="*/ 3 h 11"/>
                <a:gd name="T12" fmla="*/ 3 w 4"/>
                <a:gd name="T13" fmla="*/ 0 h 11"/>
                <a:gd name="T14" fmla="*/ 0 w 4"/>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0" y="0"/>
                  </a:moveTo>
                  <a:cubicBezTo>
                    <a:pt x="1" y="3"/>
                    <a:pt x="2" y="4"/>
                    <a:pt x="2" y="5"/>
                  </a:cubicBezTo>
                  <a:cubicBezTo>
                    <a:pt x="2" y="6"/>
                    <a:pt x="2" y="7"/>
                    <a:pt x="2" y="7"/>
                  </a:cubicBezTo>
                  <a:cubicBezTo>
                    <a:pt x="4" y="9"/>
                    <a:pt x="3" y="8"/>
                    <a:pt x="3" y="10"/>
                  </a:cubicBezTo>
                  <a:cubicBezTo>
                    <a:pt x="4" y="11"/>
                    <a:pt x="4" y="10"/>
                    <a:pt x="4" y="9"/>
                  </a:cubicBezTo>
                  <a:cubicBezTo>
                    <a:pt x="4" y="8"/>
                    <a:pt x="4" y="5"/>
                    <a:pt x="3" y="3"/>
                  </a:cubicBezTo>
                  <a:cubicBezTo>
                    <a:pt x="3" y="2"/>
                    <a:pt x="3" y="1"/>
                    <a:pt x="3" y="0"/>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65"/>
            <p:cNvSpPr/>
            <p:nvPr/>
          </p:nvSpPr>
          <p:spPr bwMode="auto">
            <a:xfrm>
              <a:off x="5384295" y="5517523"/>
              <a:ext cx="33338" cy="12700"/>
            </a:xfrm>
            <a:custGeom>
              <a:avLst/>
              <a:gdLst>
                <a:gd name="T0" fmla="*/ 0 w 18"/>
                <a:gd name="T1" fmla="*/ 7 h 7"/>
                <a:gd name="T2" fmla="*/ 5 w 18"/>
                <a:gd name="T3" fmla="*/ 6 h 7"/>
                <a:gd name="T4" fmla="*/ 17 w 18"/>
                <a:gd name="T5" fmla="*/ 3 h 7"/>
                <a:gd name="T6" fmla="*/ 18 w 18"/>
                <a:gd name="T7" fmla="*/ 2 h 7"/>
                <a:gd name="T8" fmla="*/ 18 w 18"/>
                <a:gd name="T9" fmla="*/ 2 h 7"/>
                <a:gd name="T10" fmla="*/ 17 w 18"/>
                <a:gd name="T11" fmla="*/ 0 h 7"/>
                <a:gd name="T12" fmla="*/ 0 w 18"/>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18" h="7">
                  <a:moveTo>
                    <a:pt x="0" y="7"/>
                  </a:moveTo>
                  <a:cubicBezTo>
                    <a:pt x="1" y="7"/>
                    <a:pt x="3" y="6"/>
                    <a:pt x="5" y="6"/>
                  </a:cubicBezTo>
                  <a:cubicBezTo>
                    <a:pt x="9" y="6"/>
                    <a:pt x="15" y="5"/>
                    <a:pt x="17" y="3"/>
                  </a:cubicBezTo>
                  <a:cubicBezTo>
                    <a:pt x="18" y="3"/>
                    <a:pt x="18" y="3"/>
                    <a:pt x="18" y="2"/>
                  </a:cubicBezTo>
                  <a:cubicBezTo>
                    <a:pt x="18" y="2"/>
                    <a:pt x="18" y="2"/>
                    <a:pt x="18" y="2"/>
                  </a:cubicBezTo>
                  <a:cubicBezTo>
                    <a:pt x="18" y="1"/>
                    <a:pt x="17" y="1"/>
                    <a:pt x="17" y="0"/>
                  </a:cubicBezTo>
                  <a:cubicBezTo>
                    <a:pt x="12" y="4"/>
                    <a:pt x="3" y="5"/>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66"/>
            <p:cNvSpPr/>
            <p:nvPr/>
          </p:nvSpPr>
          <p:spPr bwMode="auto">
            <a:xfrm>
              <a:off x="5849433" y="4149098"/>
              <a:ext cx="63500" cy="68263"/>
            </a:xfrm>
            <a:custGeom>
              <a:avLst/>
              <a:gdLst>
                <a:gd name="T0" fmla="*/ 12 w 34"/>
                <a:gd name="T1" fmla="*/ 36 h 37"/>
                <a:gd name="T2" fmla="*/ 24 w 34"/>
                <a:gd name="T3" fmla="*/ 35 h 37"/>
                <a:gd name="T4" fmla="*/ 32 w 34"/>
                <a:gd name="T5" fmla="*/ 23 h 37"/>
                <a:gd name="T6" fmla="*/ 32 w 34"/>
                <a:gd name="T7" fmla="*/ 9 h 37"/>
                <a:gd name="T8" fmla="*/ 22 w 34"/>
                <a:gd name="T9" fmla="*/ 2 h 37"/>
                <a:gd name="T10" fmla="*/ 10 w 34"/>
                <a:gd name="T11" fmla="*/ 3 h 37"/>
                <a:gd name="T12" fmla="*/ 2 w 34"/>
                <a:gd name="T13" fmla="*/ 15 h 37"/>
                <a:gd name="T14" fmla="*/ 3 w 34"/>
                <a:gd name="T15" fmla="*/ 29 h 37"/>
                <a:gd name="T16" fmla="*/ 12 w 34"/>
                <a:gd name="T17"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7">
                  <a:moveTo>
                    <a:pt x="12" y="36"/>
                  </a:moveTo>
                  <a:cubicBezTo>
                    <a:pt x="17" y="37"/>
                    <a:pt x="21" y="37"/>
                    <a:pt x="24" y="35"/>
                  </a:cubicBezTo>
                  <a:cubicBezTo>
                    <a:pt x="28" y="33"/>
                    <a:pt x="31" y="29"/>
                    <a:pt x="32" y="23"/>
                  </a:cubicBezTo>
                  <a:cubicBezTo>
                    <a:pt x="34" y="17"/>
                    <a:pt x="34" y="12"/>
                    <a:pt x="32" y="9"/>
                  </a:cubicBezTo>
                  <a:cubicBezTo>
                    <a:pt x="30" y="5"/>
                    <a:pt x="26" y="3"/>
                    <a:pt x="22" y="2"/>
                  </a:cubicBezTo>
                  <a:cubicBezTo>
                    <a:pt x="17" y="0"/>
                    <a:pt x="13" y="1"/>
                    <a:pt x="10" y="3"/>
                  </a:cubicBezTo>
                  <a:cubicBezTo>
                    <a:pt x="6" y="5"/>
                    <a:pt x="3" y="9"/>
                    <a:pt x="2" y="15"/>
                  </a:cubicBezTo>
                  <a:cubicBezTo>
                    <a:pt x="0" y="20"/>
                    <a:pt x="1" y="25"/>
                    <a:pt x="3" y="29"/>
                  </a:cubicBezTo>
                  <a:cubicBezTo>
                    <a:pt x="5" y="33"/>
                    <a:pt x="8" y="35"/>
                    <a:pt x="12"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67"/>
            <p:cNvSpPr>
              <a:spLocks noEditPoints="1"/>
            </p:cNvSpPr>
            <p:nvPr/>
          </p:nvSpPr>
          <p:spPr bwMode="auto">
            <a:xfrm>
              <a:off x="4862008" y="4030036"/>
              <a:ext cx="1677988" cy="1673225"/>
            </a:xfrm>
            <a:custGeom>
              <a:avLst/>
              <a:gdLst>
                <a:gd name="T0" fmla="*/ 812 w 905"/>
                <a:gd name="T1" fmla="*/ 404 h 905"/>
                <a:gd name="T2" fmla="*/ 774 w 905"/>
                <a:gd name="T3" fmla="*/ 279 h 905"/>
                <a:gd name="T4" fmla="*/ 779 w 905"/>
                <a:gd name="T5" fmla="*/ 210 h 905"/>
                <a:gd name="T6" fmla="*/ 721 w 905"/>
                <a:gd name="T7" fmla="*/ 187 h 905"/>
                <a:gd name="T8" fmla="*/ 685 w 905"/>
                <a:gd name="T9" fmla="*/ 149 h 905"/>
                <a:gd name="T10" fmla="*/ 617 w 905"/>
                <a:gd name="T11" fmla="*/ 113 h 905"/>
                <a:gd name="T12" fmla="*/ 564 w 905"/>
                <a:gd name="T13" fmla="*/ 108 h 905"/>
                <a:gd name="T14" fmla="*/ 460 w 905"/>
                <a:gd name="T15" fmla="*/ 45 h 905"/>
                <a:gd name="T16" fmla="*/ 375 w 905"/>
                <a:gd name="T17" fmla="*/ 52 h 905"/>
                <a:gd name="T18" fmla="*/ 348 w 905"/>
                <a:gd name="T19" fmla="*/ 78 h 905"/>
                <a:gd name="T20" fmla="*/ 362 w 905"/>
                <a:gd name="T21" fmla="*/ 92 h 905"/>
                <a:gd name="T22" fmla="*/ 312 w 905"/>
                <a:gd name="T23" fmla="*/ 104 h 905"/>
                <a:gd name="T24" fmla="*/ 250 w 905"/>
                <a:gd name="T25" fmla="*/ 96 h 905"/>
                <a:gd name="T26" fmla="*/ 175 w 905"/>
                <a:gd name="T27" fmla="*/ 151 h 905"/>
                <a:gd name="T28" fmla="*/ 121 w 905"/>
                <a:gd name="T29" fmla="*/ 211 h 905"/>
                <a:gd name="T30" fmla="*/ 120 w 905"/>
                <a:gd name="T31" fmla="*/ 281 h 905"/>
                <a:gd name="T32" fmla="*/ 132 w 905"/>
                <a:gd name="T33" fmla="*/ 289 h 905"/>
                <a:gd name="T34" fmla="*/ 95 w 905"/>
                <a:gd name="T35" fmla="*/ 410 h 905"/>
                <a:gd name="T36" fmla="*/ 41 w 905"/>
                <a:gd name="T37" fmla="*/ 453 h 905"/>
                <a:gd name="T38" fmla="*/ 51 w 905"/>
                <a:gd name="T39" fmla="*/ 518 h 905"/>
                <a:gd name="T40" fmla="*/ 101 w 905"/>
                <a:gd name="T41" fmla="*/ 526 h 905"/>
                <a:gd name="T42" fmla="*/ 238 w 905"/>
                <a:gd name="T43" fmla="*/ 764 h 905"/>
                <a:gd name="T44" fmla="*/ 218 w 905"/>
                <a:gd name="T45" fmla="*/ 741 h 905"/>
                <a:gd name="T46" fmla="*/ 196 w 905"/>
                <a:gd name="T47" fmla="*/ 742 h 905"/>
                <a:gd name="T48" fmla="*/ 289 w 905"/>
                <a:gd name="T49" fmla="*/ 829 h 905"/>
                <a:gd name="T50" fmla="*/ 284 w 905"/>
                <a:gd name="T51" fmla="*/ 801 h 905"/>
                <a:gd name="T52" fmla="*/ 309 w 905"/>
                <a:gd name="T53" fmla="*/ 811 h 905"/>
                <a:gd name="T54" fmla="*/ 317 w 905"/>
                <a:gd name="T55" fmla="*/ 787 h 905"/>
                <a:gd name="T56" fmla="*/ 310 w 905"/>
                <a:gd name="T57" fmla="*/ 842 h 905"/>
                <a:gd name="T58" fmla="*/ 352 w 905"/>
                <a:gd name="T59" fmla="*/ 858 h 905"/>
                <a:gd name="T60" fmla="*/ 420 w 905"/>
                <a:gd name="T61" fmla="*/ 807 h 905"/>
                <a:gd name="T62" fmla="*/ 413 w 905"/>
                <a:gd name="T63" fmla="*/ 875 h 905"/>
                <a:gd name="T64" fmla="*/ 399 w 905"/>
                <a:gd name="T65" fmla="*/ 866 h 905"/>
                <a:gd name="T66" fmla="*/ 430 w 905"/>
                <a:gd name="T67" fmla="*/ 858 h 905"/>
                <a:gd name="T68" fmla="*/ 479 w 905"/>
                <a:gd name="T69" fmla="*/ 856 h 905"/>
                <a:gd name="T70" fmla="*/ 477 w 905"/>
                <a:gd name="T71" fmla="*/ 831 h 905"/>
                <a:gd name="T72" fmla="*/ 529 w 905"/>
                <a:gd name="T73" fmla="*/ 866 h 905"/>
                <a:gd name="T74" fmla="*/ 486 w 905"/>
                <a:gd name="T75" fmla="*/ 850 h 905"/>
                <a:gd name="T76" fmla="*/ 516 w 905"/>
                <a:gd name="T77" fmla="*/ 820 h 905"/>
                <a:gd name="T78" fmla="*/ 599 w 905"/>
                <a:gd name="T79" fmla="*/ 840 h 905"/>
                <a:gd name="T80" fmla="*/ 588 w 905"/>
                <a:gd name="T81" fmla="*/ 834 h 905"/>
                <a:gd name="T82" fmla="*/ 584 w 905"/>
                <a:gd name="T83" fmla="*/ 805 h 905"/>
                <a:gd name="T84" fmla="*/ 599 w 905"/>
                <a:gd name="T85" fmla="*/ 796 h 905"/>
                <a:gd name="T86" fmla="*/ 616 w 905"/>
                <a:gd name="T87" fmla="*/ 825 h 905"/>
                <a:gd name="T88" fmla="*/ 655 w 905"/>
                <a:gd name="T89" fmla="*/ 793 h 905"/>
                <a:gd name="T90" fmla="*/ 654 w 905"/>
                <a:gd name="T91" fmla="*/ 760 h 905"/>
                <a:gd name="T92" fmla="*/ 663 w 905"/>
                <a:gd name="T93" fmla="*/ 752 h 905"/>
                <a:gd name="T94" fmla="*/ 668 w 905"/>
                <a:gd name="T95" fmla="*/ 737 h 905"/>
                <a:gd name="T96" fmla="*/ 676 w 905"/>
                <a:gd name="T97" fmla="*/ 737 h 905"/>
                <a:gd name="T98" fmla="*/ 677 w 905"/>
                <a:gd name="T99" fmla="*/ 721 h 905"/>
                <a:gd name="T100" fmla="*/ 691 w 905"/>
                <a:gd name="T101" fmla="*/ 738 h 905"/>
                <a:gd name="T102" fmla="*/ 665 w 905"/>
                <a:gd name="T103" fmla="*/ 771 h 905"/>
                <a:gd name="T104" fmla="*/ 688 w 905"/>
                <a:gd name="T105" fmla="*/ 807 h 905"/>
                <a:gd name="T106" fmla="*/ 679 w 905"/>
                <a:gd name="T107" fmla="*/ 769 h 905"/>
                <a:gd name="T108" fmla="*/ 705 w 905"/>
                <a:gd name="T109" fmla="*/ 766 h 905"/>
                <a:gd name="T110" fmla="*/ 778 w 905"/>
                <a:gd name="T111" fmla="*/ 296 h 905"/>
                <a:gd name="T112" fmla="*/ 810 w 905"/>
                <a:gd name="T113" fmla="*/ 386 h 905"/>
                <a:gd name="T114" fmla="*/ 843 w 905"/>
                <a:gd name="T115" fmla="*/ 516 h 905"/>
                <a:gd name="T116" fmla="*/ 807 w 905"/>
                <a:gd name="T117" fmla="*/ 478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5" h="905">
                  <a:moveTo>
                    <a:pt x="453" y="0"/>
                  </a:moveTo>
                  <a:cubicBezTo>
                    <a:pt x="203" y="0"/>
                    <a:pt x="0" y="203"/>
                    <a:pt x="0" y="453"/>
                  </a:cubicBezTo>
                  <a:cubicBezTo>
                    <a:pt x="0" y="702"/>
                    <a:pt x="203" y="905"/>
                    <a:pt x="453" y="905"/>
                  </a:cubicBezTo>
                  <a:cubicBezTo>
                    <a:pt x="703" y="905"/>
                    <a:pt x="905" y="702"/>
                    <a:pt x="905" y="453"/>
                  </a:cubicBezTo>
                  <a:cubicBezTo>
                    <a:pt x="905" y="203"/>
                    <a:pt x="703" y="0"/>
                    <a:pt x="453" y="0"/>
                  </a:cubicBezTo>
                  <a:close/>
                  <a:moveTo>
                    <a:pt x="858" y="430"/>
                  </a:moveTo>
                  <a:cubicBezTo>
                    <a:pt x="849" y="431"/>
                    <a:pt x="849" y="431"/>
                    <a:pt x="849" y="431"/>
                  </a:cubicBezTo>
                  <a:cubicBezTo>
                    <a:pt x="846" y="400"/>
                    <a:pt x="846" y="400"/>
                    <a:pt x="846" y="400"/>
                  </a:cubicBezTo>
                  <a:cubicBezTo>
                    <a:pt x="835" y="401"/>
                    <a:pt x="835" y="401"/>
                    <a:pt x="835" y="401"/>
                  </a:cubicBezTo>
                  <a:cubicBezTo>
                    <a:pt x="838" y="430"/>
                    <a:pt x="838" y="430"/>
                    <a:pt x="838" y="430"/>
                  </a:cubicBezTo>
                  <a:cubicBezTo>
                    <a:pt x="829" y="431"/>
                    <a:pt x="829" y="431"/>
                    <a:pt x="829" y="431"/>
                  </a:cubicBezTo>
                  <a:cubicBezTo>
                    <a:pt x="826" y="402"/>
                    <a:pt x="826" y="402"/>
                    <a:pt x="826" y="402"/>
                  </a:cubicBezTo>
                  <a:cubicBezTo>
                    <a:pt x="812" y="404"/>
                    <a:pt x="812" y="404"/>
                    <a:pt x="812" y="404"/>
                  </a:cubicBezTo>
                  <a:cubicBezTo>
                    <a:pt x="816" y="435"/>
                    <a:pt x="816" y="435"/>
                    <a:pt x="816" y="435"/>
                  </a:cubicBezTo>
                  <a:cubicBezTo>
                    <a:pt x="807" y="436"/>
                    <a:pt x="807" y="436"/>
                    <a:pt x="807" y="436"/>
                  </a:cubicBezTo>
                  <a:cubicBezTo>
                    <a:pt x="802" y="393"/>
                    <a:pt x="802" y="393"/>
                    <a:pt x="802" y="393"/>
                  </a:cubicBezTo>
                  <a:cubicBezTo>
                    <a:pt x="854" y="388"/>
                    <a:pt x="854" y="388"/>
                    <a:pt x="854" y="388"/>
                  </a:cubicBezTo>
                  <a:lnTo>
                    <a:pt x="858" y="430"/>
                  </a:lnTo>
                  <a:close/>
                  <a:moveTo>
                    <a:pt x="799" y="241"/>
                  </a:moveTo>
                  <a:cubicBezTo>
                    <a:pt x="802" y="246"/>
                    <a:pt x="804" y="250"/>
                    <a:pt x="804" y="253"/>
                  </a:cubicBezTo>
                  <a:cubicBezTo>
                    <a:pt x="805" y="256"/>
                    <a:pt x="805" y="258"/>
                    <a:pt x="804" y="261"/>
                  </a:cubicBezTo>
                  <a:cubicBezTo>
                    <a:pt x="803" y="264"/>
                    <a:pt x="801" y="266"/>
                    <a:pt x="798" y="267"/>
                  </a:cubicBezTo>
                  <a:cubicBezTo>
                    <a:pt x="795" y="269"/>
                    <a:pt x="791" y="270"/>
                    <a:pt x="788" y="269"/>
                  </a:cubicBezTo>
                  <a:cubicBezTo>
                    <a:pt x="784" y="268"/>
                    <a:pt x="781" y="266"/>
                    <a:pt x="778" y="262"/>
                  </a:cubicBezTo>
                  <a:cubicBezTo>
                    <a:pt x="778" y="265"/>
                    <a:pt x="778" y="267"/>
                    <a:pt x="778" y="269"/>
                  </a:cubicBezTo>
                  <a:cubicBezTo>
                    <a:pt x="777" y="272"/>
                    <a:pt x="776" y="275"/>
                    <a:pt x="774" y="279"/>
                  </a:cubicBezTo>
                  <a:cubicBezTo>
                    <a:pt x="769" y="291"/>
                    <a:pt x="769" y="291"/>
                    <a:pt x="769" y="291"/>
                  </a:cubicBezTo>
                  <a:cubicBezTo>
                    <a:pt x="762" y="279"/>
                    <a:pt x="762" y="279"/>
                    <a:pt x="762" y="279"/>
                  </a:cubicBezTo>
                  <a:cubicBezTo>
                    <a:pt x="767" y="266"/>
                    <a:pt x="767" y="266"/>
                    <a:pt x="767" y="266"/>
                  </a:cubicBezTo>
                  <a:cubicBezTo>
                    <a:pt x="769" y="261"/>
                    <a:pt x="770" y="258"/>
                    <a:pt x="770" y="257"/>
                  </a:cubicBezTo>
                  <a:cubicBezTo>
                    <a:pt x="771" y="255"/>
                    <a:pt x="771" y="254"/>
                    <a:pt x="770" y="253"/>
                  </a:cubicBezTo>
                  <a:cubicBezTo>
                    <a:pt x="770" y="252"/>
                    <a:pt x="769" y="250"/>
                    <a:pt x="768" y="248"/>
                  </a:cubicBezTo>
                  <a:cubicBezTo>
                    <a:pt x="766" y="246"/>
                    <a:pt x="766" y="246"/>
                    <a:pt x="766" y="246"/>
                  </a:cubicBezTo>
                  <a:cubicBezTo>
                    <a:pt x="748" y="257"/>
                    <a:pt x="748" y="257"/>
                    <a:pt x="748" y="257"/>
                  </a:cubicBezTo>
                  <a:cubicBezTo>
                    <a:pt x="742" y="247"/>
                    <a:pt x="742" y="247"/>
                    <a:pt x="742" y="247"/>
                  </a:cubicBezTo>
                  <a:cubicBezTo>
                    <a:pt x="786" y="220"/>
                    <a:pt x="786" y="220"/>
                    <a:pt x="786" y="220"/>
                  </a:cubicBezTo>
                  <a:lnTo>
                    <a:pt x="799" y="241"/>
                  </a:lnTo>
                  <a:close/>
                  <a:moveTo>
                    <a:pt x="750" y="176"/>
                  </a:moveTo>
                  <a:cubicBezTo>
                    <a:pt x="779" y="210"/>
                    <a:pt x="779" y="210"/>
                    <a:pt x="779" y="210"/>
                  </a:cubicBezTo>
                  <a:cubicBezTo>
                    <a:pt x="772" y="216"/>
                    <a:pt x="772" y="216"/>
                    <a:pt x="772" y="216"/>
                  </a:cubicBezTo>
                  <a:cubicBezTo>
                    <a:pt x="761" y="203"/>
                    <a:pt x="761" y="203"/>
                    <a:pt x="761" y="203"/>
                  </a:cubicBezTo>
                  <a:cubicBezTo>
                    <a:pt x="728" y="230"/>
                    <a:pt x="728" y="230"/>
                    <a:pt x="728" y="230"/>
                  </a:cubicBezTo>
                  <a:cubicBezTo>
                    <a:pt x="721" y="221"/>
                    <a:pt x="721" y="221"/>
                    <a:pt x="721" y="221"/>
                  </a:cubicBezTo>
                  <a:cubicBezTo>
                    <a:pt x="754" y="194"/>
                    <a:pt x="754" y="194"/>
                    <a:pt x="754" y="194"/>
                  </a:cubicBezTo>
                  <a:cubicBezTo>
                    <a:pt x="744" y="181"/>
                    <a:pt x="744" y="181"/>
                    <a:pt x="744" y="181"/>
                  </a:cubicBezTo>
                  <a:lnTo>
                    <a:pt x="750" y="176"/>
                  </a:lnTo>
                  <a:close/>
                  <a:moveTo>
                    <a:pt x="742" y="167"/>
                  </a:moveTo>
                  <a:cubicBezTo>
                    <a:pt x="736" y="174"/>
                    <a:pt x="736" y="174"/>
                    <a:pt x="736" y="174"/>
                  </a:cubicBezTo>
                  <a:cubicBezTo>
                    <a:pt x="714" y="153"/>
                    <a:pt x="714" y="153"/>
                    <a:pt x="714" y="153"/>
                  </a:cubicBezTo>
                  <a:cubicBezTo>
                    <a:pt x="706" y="162"/>
                    <a:pt x="706" y="162"/>
                    <a:pt x="706" y="162"/>
                  </a:cubicBezTo>
                  <a:cubicBezTo>
                    <a:pt x="727" y="181"/>
                    <a:pt x="727" y="181"/>
                    <a:pt x="727" y="181"/>
                  </a:cubicBezTo>
                  <a:cubicBezTo>
                    <a:pt x="721" y="187"/>
                    <a:pt x="721" y="187"/>
                    <a:pt x="721" y="187"/>
                  </a:cubicBezTo>
                  <a:cubicBezTo>
                    <a:pt x="700" y="168"/>
                    <a:pt x="700" y="168"/>
                    <a:pt x="700" y="168"/>
                  </a:cubicBezTo>
                  <a:cubicBezTo>
                    <a:pt x="691" y="178"/>
                    <a:pt x="691" y="178"/>
                    <a:pt x="691" y="178"/>
                  </a:cubicBezTo>
                  <a:cubicBezTo>
                    <a:pt x="714" y="200"/>
                    <a:pt x="714" y="200"/>
                    <a:pt x="714" y="200"/>
                  </a:cubicBezTo>
                  <a:cubicBezTo>
                    <a:pt x="708" y="206"/>
                    <a:pt x="708" y="206"/>
                    <a:pt x="708" y="206"/>
                  </a:cubicBezTo>
                  <a:cubicBezTo>
                    <a:pt x="677" y="177"/>
                    <a:pt x="677" y="177"/>
                    <a:pt x="677" y="177"/>
                  </a:cubicBezTo>
                  <a:cubicBezTo>
                    <a:pt x="711" y="139"/>
                    <a:pt x="711" y="139"/>
                    <a:pt x="711" y="139"/>
                  </a:cubicBezTo>
                  <a:lnTo>
                    <a:pt x="742" y="167"/>
                  </a:lnTo>
                  <a:close/>
                  <a:moveTo>
                    <a:pt x="665" y="105"/>
                  </a:moveTo>
                  <a:cubicBezTo>
                    <a:pt x="680" y="116"/>
                    <a:pt x="680" y="116"/>
                    <a:pt x="680" y="116"/>
                  </a:cubicBezTo>
                  <a:cubicBezTo>
                    <a:pt x="686" y="120"/>
                    <a:pt x="689" y="122"/>
                    <a:pt x="691" y="124"/>
                  </a:cubicBezTo>
                  <a:cubicBezTo>
                    <a:pt x="693" y="127"/>
                    <a:pt x="694" y="130"/>
                    <a:pt x="695" y="133"/>
                  </a:cubicBezTo>
                  <a:cubicBezTo>
                    <a:pt x="695" y="136"/>
                    <a:pt x="694" y="140"/>
                    <a:pt x="692" y="143"/>
                  </a:cubicBezTo>
                  <a:cubicBezTo>
                    <a:pt x="690" y="146"/>
                    <a:pt x="688" y="148"/>
                    <a:pt x="685" y="149"/>
                  </a:cubicBezTo>
                  <a:cubicBezTo>
                    <a:pt x="683" y="150"/>
                    <a:pt x="681" y="150"/>
                    <a:pt x="679" y="150"/>
                  </a:cubicBezTo>
                  <a:cubicBezTo>
                    <a:pt x="676" y="150"/>
                    <a:pt x="674" y="149"/>
                    <a:pt x="672" y="149"/>
                  </a:cubicBezTo>
                  <a:cubicBezTo>
                    <a:pt x="670" y="148"/>
                    <a:pt x="666" y="145"/>
                    <a:pt x="662" y="143"/>
                  </a:cubicBezTo>
                  <a:cubicBezTo>
                    <a:pt x="656" y="138"/>
                    <a:pt x="656" y="138"/>
                    <a:pt x="656" y="138"/>
                  </a:cubicBezTo>
                  <a:cubicBezTo>
                    <a:pt x="645" y="154"/>
                    <a:pt x="645" y="154"/>
                    <a:pt x="645" y="154"/>
                  </a:cubicBezTo>
                  <a:cubicBezTo>
                    <a:pt x="635" y="148"/>
                    <a:pt x="635" y="148"/>
                    <a:pt x="635" y="148"/>
                  </a:cubicBezTo>
                  <a:lnTo>
                    <a:pt x="665" y="105"/>
                  </a:lnTo>
                  <a:close/>
                  <a:moveTo>
                    <a:pt x="632" y="87"/>
                  </a:moveTo>
                  <a:cubicBezTo>
                    <a:pt x="629" y="95"/>
                    <a:pt x="629" y="95"/>
                    <a:pt x="629" y="95"/>
                  </a:cubicBezTo>
                  <a:cubicBezTo>
                    <a:pt x="603" y="84"/>
                    <a:pt x="603" y="84"/>
                    <a:pt x="603" y="84"/>
                  </a:cubicBezTo>
                  <a:cubicBezTo>
                    <a:pt x="598" y="95"/>
                    <a:pt x="598" y="95"/>
                    <a:pt x="598" y="95"/>
                  </a:cubicBezTo>
                  <a:cubicBezTo>
                    <a:pt x="620" y="105"/>
                    <a:pt x="620" y="105"/>
                    <a:pt x="620" y="105"/>
                  </a:cubicBezTo>
                  <a:cubicBezTo>
                    <a:pt x="617" y="113"/>
                    <a:pt x="617" y="113"/>
                    <a:pt x="617" y="113"/>
                  </a:cubicBezTo>
                  <a:cubicBezTo>
                    <a:pt x="595" y="103"/>
                    <a:pt x="595" y="103"/>
                    <a:pt x="595" y="103"/>
                  </a:cubicBezTo>
                  <a:cubicBezTo>
                    <a:pt x="586" y="123"/>
                    <a:pt x="586" y="123"/>
                    <a:pt x="586" y="123"/>
                  </a:cubicBezTo>
                  <a:cubicBezTo>
                    <a:pt x="576" y="119"/>
                    <a:pt x="576" y="119"/>
                    <a:pt x="576" y="119"/>
                  </a:cubicBezTo>
                  <a:cubicBezTo>
                    <a:pt x="596" y="71"/>
                    <a:pt x="596" y="71"/>
                    <a:pt x="596" y="71"/>
                  </a:cubicBezTo>
                  <a:lnTo>
                    <a:pt x="632" y="87"/>
                  </a:lnTo>
                  <a:close/>
                  <a:moveTo>
                    <a:pt x="523" y="77"/>
                  </a:moveTo>
                  <a:cubicBezTo>
                    <a:pt x="525" y="72"/>
                    <a:pt x="527" y="68"/>
                    <a:pt x="529" y="65"/>
                  </a:cubicBezTo>
                  <a:cubicBezTo>
                    <a:pt x="531" y="63"/>
                    <a:pt x="534" y="61"/>
                    <a:pt x="536" y="59"/>
                  </a:cubicBezTo>
                  <a:cubicBezTo>
                    <a:pt x="539" y="58"/>
                    <a:pt x="542" y="57"/>
                    <a:pt x="545" y="57"/>
                  </a:cubicBezTo>
                  <a:cubicBezTo>
                    <a:pt x="548" y="56"/>
                    <a:pt x="553" y="57"/>
                    <a:pt x="557" y="58"/>
                  </a:cubicBezTo>
                  <a:cubicBezTo>
                    <a:pt x="565" y="60"/>
                    <a:pt x="571" y="64"/>
                    <a:pt x="575" y="70"/>
                  </a:cubicBezTo>
                  <a:cubicBezTo>
                    <a:pt x="578" y="76"/>
                    <a:pt x="579" y="83"/>
                    <a:pt x="577" y="91"/>
                  </a:cubicBezTo>
                  <a:cubicBezTo>
                    <a:pt x="575" y="99"/>
                    <a:pt x="570" y="105"/>
                    <a:pt x="564" y="108"/>
                  </a:cubicBezTo>
                  <a:cubicBezTo>
                    <a:pt x="558" y="111"/>
                    <a:pt x="551" y="112"/>
                    <a:pt x="543" y="110"/>
                  </a:cubicBezTo>
                  <a:cubicBezTo>
                    <a:pt x="535" y="108"/>
                    <a:pt x="529" y="104"/>
                    <a:pt x="526" y="98"/>
                  </a:cubicBezTo>
                  <a:cubicBezTo>
                    <a:pt x="522" y="92"/>
                    <a:pt x="521" y="85"/>
                    <a:pt x="523" y="77"/>
                  </a:cubicBezTo>
                  <a:close/>
                  <a:moveTo>
                    <a:pt x="460" y="45"/>
                  </a:moveTo>
                  <a:cubicBezTo>
                    <a:pt x="473" y="66"/>
                    <a:pt x="473" y="66"/>
                    <a:pt x="473" y="66"/>
                  </a:cubicBezTo>
                  <a:cubicBezTo>
                    <a:pt x="487" y="46"/>
                    <a:pt x="487" y="46"/>
                    <a:pt x="487" y="46"/>
                  </a:cubicBezTo>
                  <a:cubicBezTo>
                    <a:pt x="500" y="47"/>
                    <a:pt x="500" y="47"/>
                    <a:pt x="500" y="47"/>
                  </a:cubicBezTo>
                  <a:cubicBezTo>
                    <a:pt x="477" y="76"/>
                    <a:pt x="477" y="76"/>
                    <a:pt x="477" y="76"/>
                  </a:cubicBezTo>
                  <a:cubicBezTo>
                    <a:pt x="476" y="97"/>
                    <a:pt x="476" y="97"/>
                    <a:pt x="476" y="97"/>
                  </a:cubicBezTo>
                  <a:cubicBezTo>
                    <a:pt x="465" y="97"/>
                    <a:pt x="465" y="97"/>
                    <a:pt x="465" y="97"/>
                  </a:cubicBezTo>
                  <a:cubicBezTo>
                    <a:pt x="466" y="75"/>
                    <a:pt x="466" y="75"/>
                    <a:pt x="466" y="75"/>
                  </a:cubicBezTo>
                  <a:cubicBezTo>
                    <a:pt x="447" y="44"/>
                    <a:pt x="447" y="44"/>
                    <a:pt x="447" y="44"/>
                  </a:cubicBezTo>
                  <a:lnTo>
                    <a:pt x="460" y="45"/>
                  </a:lnTo>
                  <a:close/>
                  <a:moveTo>
                    <a:pt x="441" y="44"/>
                  </a:moveTo>
                  <a:cubicBezTo>
                    <a:pt x="442" y="53"/>
                    <a:pt x="442" y="53"/>
                    <a:pt x="442" y="53"/>
                  </a:cubicBezTo>
                  <a:cubicBezTo>
                    <a:pt x="425" y="54"/>
                    <a:pt x="425" y="54"/>
                    <a:pt x="425" y="54"/>
                  </a:cubicBezTo>
                  <a:cubicBezTo>
                    <a:pt x="428" y="97"/>
                    <a:pt x="428" y="97"/>
                    <a:pt x="428" y="97"/>
                  </a:cubicBezTo>
                  <a:cubicBezTo>
                    <a:pt x="417" y="98"/>
                    <a:pt x="417" y="98"/>
                    <a:pt x="417" y="98"/>
                  </a:cubicBezTo>
                  <a:cubicBezTo>
                    <a:pt x="413" y="55"/>
                    <a:pt x="413" y="55"/>
                    <a:pt x="413" y="55"/>
                  </a:cubicBezTo>
                  <a:cubicBezTo>
                    <a:pt x="397" y="56"/>
                    <a:pt x="397" y="56"/>
                    <a:pt x="397" y="56"/>
                  </a:cubicBezTo>
                  <a:cubicBezTo>
                    <a:pt x="396" y="48"/>
                    <a:pt x="396" y="48"/>
                    <a:pt x="396" y="48"/>
                  </a:cubicBezTo>
                  <a:lnTo>
                    <a:pt x="441" y="44"/>
                  </a:lnTo>
                  <a:close/>
                  <a:moveTo>
                    <a:pt x="386" y="50"/>
                  </a:moveTo>
                  <a:cubicBezTo>
                    <a:pt x="395" y="101"/>
                    <a:pt x="395" y="101"/>
                    <a:pt x="395" y="101"/>
                  </a:cubicBezTo>
                  <a:cubicBezTo>
                    <a:pt x="384" y="103"/>
                    <a:pt x="384" y="103"/>
                    <a:pt x="384" y="103"/>
                  </a:cubicBezTo>
                  <a:cubicBezTo>
                    <a:pt x="375" y="52"/>
                    <a:pt x="375" y="52"/>
                    <a:pt x="375" y="52"/>
                  </a:cubicBezTo>
                  <a:lnTo>
                    <a:pt x="386" y="50"/>
                  </a:lnTo>
                  <a:close/>
                  <a:moveTo>
                    <a:pt x="324" y="70"/>
                  </a:moveTo>
                  <a:cubicBezTo>
                    <a:pt x="325" y="68"/>
                    <a:pt x="327" y="65"/>
                    <a:pt x="330" y="63"/>
                  </a:cubicBezTo>
                  <a:cubicBezTo>
                    <a:pt x="333" y="61"/>
                    <a:pt x="336" y="60"/>
                    <a:pt x="340" y="59"/>
                  </a:cubicBezTo>
                  <a:cubicBezTo>
                    <a:pt x="347" y="57"/>
                    <a:pt x="353" y="57"/>
                    <a:pt x="357" y="59"/>
                  </a:cubicBezTo>
                  <a:cubicBezTo>
                    <a:pt x="361" y="60"/>
                    <a:pt x="364" y="63"/>
                    <a:pt x="365" y="68"/>
                  </a:cubicBezTo>
                  <a:cubicBezTo>
                    <a:pt x="354" y="71"/>
                    <a:pt x="354" y="71"/>
                    <a:pt x="354" y="71"/>
                  </a:cubicBezTo>
                  <a:cubicBezTo>
                    <a:pt x="353" y="69"/>
                    <a:pt x="352" y="67"/>
                    <a:pt x="350" y="67"/>
                  </a:cubicBezTo>
                  <a:cubicBezTo>
                    <a:pt x="348" y="66"/>
                    <a:pt x="345" y="66"/>
                    <a:pt x="342" y="67"/>
                  </a:cubicBezTo>
                  <a:cubicBezTo>
                    <a:pt x="339" y="68"/>
                    <a:pt x="337" y="69"/>
                    <a:pt x="335" y="71"/>
                  </a:cubicBezTo>
                  <a:cubicBezTo>
                    <a:pt x="334" y="72"/>
                    <a:pt x="334" y="73"/>
                    <a:pt x="334" y="74"/>
                  </a:cubicBezTo>
                  <a:cubicBezTo>
                    <a:pt x="335" y="76"/>
                    <a:pt x="336" y="76"/>
                    <a:pt x="337" y="77"/>
                  </a:cubicBezTo>
                  <a:cubicBezTo>
                    <a:pt x="339" y="78"/>
                    <a:pt x="342" y="78"/>
                    <a:pt x="348" y="78"/>
                  </a:cubicBezTo>
                  <a:cubicBezTo>
                    <a:pt x="354" y="77"/>
                    <a:pt x="358" y="77"/>
                    <a:pt x="361" y="78"/>
                  </a:cubicBezTo>
                  <a:cubicBezTo>
                    <a:pt x="364" y="79"/>
                    <a:pt x="366" y="80"/>
                    <a:pt x="368" y="81"/>
                  </a:cubicBezTo>
                  <a:cubicBezTo>
                    <a:pt x="370" y="83"/>
                    <a:pt x="372" y="86"/>
                    <a:pt x="373" y="89"/>
                  </a:cubicBezTo>
                  <a:cubicBezTo>
                    <a:pt x="373" y="92"/>
                    <a:pt x="373" y="95"/>
                    <a:pt x="372" y="98"/>
                  </a:cubicBezTo>
                  <a:cubicBezTo>
                    <a:pt x="371" y="101"/>
                    <a:pt x="369" y="103"/>
                    <a:pt x="366" y="105"/>
                  </a:cubicBezTo>
                  <a:cubicBezTo>
                    <a:pt x="364" y="107"/>
                    <a:pt x="360" y="109"/>
                    <a:pt x="355" y="110"/>
                  </a:cubicBezTo>
                  <a:cubicBezTo>
                    <a:pt x="348" y="112"/>
                    <a:pt x="342" y="112"/>
                    <a:pt x="338" y="110"/>
                  </a:cubicBezTo>
                  <a:cubicBezTo>
                    <a:pt x="333" y="108"/>
                    <a:pt x="330" y="105"/>
                    <a:pt x="328" y="100"/>
                  </a:cubicBezTo>
                  <a:cubicBezTo>
                    <a:pt x="338" y="96"/>
                    <a:pt x="338" y="96"/>
                    <a:pt x="338" y="96"/>
                  </a:cubicBezTo>
                  <a:cubicBezTo>
                    <a:pt x="340" y="99"/>
                    <a:pt x="342" y="101"/>
                    <a:pt x="344" y="102"/>
                  </a:cubicBezTo>
                  <a:cubicBezTo>
                    <a:pt x="346" y="103"/>
                    <a:pt x="349" y="103"/>
                    <a:pt x="353" y="102"/>
                  </a:cubicBezTo>
                  <a:cubicBezTo>
                    <a:pt x="356" y="101"/>
                    <a:pt x="359" y="99"/>
                    <a:pt x="360" y="97"/>
                  </a:cubicBezTo>
                  <a:cubicBezTo>
                    <a:pt x="362" y="96"/>
                    <a:pt x="362" y="94"/>
                    <a:pt x="362" y="92"/>
                  </a:cubicBezTo>
                  <a:cubicBezTo>
                    <a:pt x="361" y="91"/>
                    <a:pt x="361" y="90"/>
                    <a:pt x="360" y="89"/>
                  </a:cubicBezTo>
                  <a:cubicBezTo>
                    <a:pt x="359" y="89"/>
                    <a:pt x="357" y="88"/>
                    <a:pt x="355" y="88"/>
                  </a:cubicBezTo>
                  <a:cubicBezTo>
                    <a:pt x="354" y="88"/>
                    <a:pt x="351" y="88"/>
                    <a:pt x="346" y="88"/>
                  </a:cubicBezTo>
                  <a:cubicBezTo>
                    <a:pt x="339" y="89"/>
                    <a:pt x="335" y="88"/>
                    <a:pt x="332" y="87"/>
                  </a:cubicBezTo>
                  <a:cubicBezTo>
                    <a:pt x="328" y="85"/>
                    <a:pt x="325" y="82"/>
                    <a:pt x="324" y="78"/>
                  </a:cubicBezTo>
                  <a:cubicBezTo>
                    <a:pt x="323" y="76"/>
                    <a:pt x="323" y="73"/>
                    <a:pt x="324" y="70"/>
                  </a:cubicBezTo>
                  <a:close/>
                  <a:moveTo>
                    <a:pt x="286" y="79"/>
                  </a:moveTo>
                  <a:cubicBezTo>
                    <a:pt x="292" y="77"/>
                    <a:pt x="296" y="75"/>
                    <a:pt x="299" y="75"/>
                  </a:cubicBezTo>
                  <a:cubicBezTo>
                    <a:pt x="302" y="75"/>
                    <a:pt x="304" y="75"/>
                    <a:pt x="307" y="77"/>
                  </a:cubicBezTo>
                  <a:cubicBezTo>
                    <a:pt x="309" y="78"/>
                    <a:pt x="311" y="80"/>
                    <a:pt x="312" y="83"/>
                  </a:cubicBezTo>
                  <a:cubicBezTo>
                    <a:pt x="314" y="87"/>
                    <a:pt x="314" y="90"/>
                    <a:pt x="313" y="94"/>
                  </a:cubicBezTo>
                  <a:cubicBezTo>
                    <a:pt x="311" y="97"/>
                    <a:pt x="309" y="100"/>
                    <a:pt x="304" y="102"/>
                  </a:cubicBezTo>
                  <a:cubicBezTo>
                    <a:pt x="307" y="103"/>
                    <a:pt x="310" y="103"/>
                    <a:pt x="312" y="104"/>
                  </a:cubicBezTo>
                  <a:cubicBezTo>
                    <a:pt x="314" y="105"/>
                    <a:pt x="317" y="106"/>
                    <a:pt x="321" y="109"/>
                  </a:cubicBezTo>
                  <a:cubicBezTo>
                    <a:pt x="331" y="115"/>
                    <a:pt x="331" y="115"/>
                    <a:pt x="331" y="115"/>
                  </a:cubicBezTo>
                  <a:cubicBezTo>
                    <a:pt x="319" y="121"/>
                    <a:pt x="319" y="121"/>
                    <a:pt x="319" y="121"/>
                  </a:cubicBezTo>
                  <a:cubicBezTo>
                    <a:pt x="307" y="114"/>
                    <a:pt x="307" y="114"/>
                    <a:pt x="307" y="114"/>
                  </a:cubicBezTo>
                  <a:cubicBezTo>
                    <a:pt x="302" y="112"/>
                    <a:pt x="300" y="110"/>
                    <a:pt x="298" y="109"/>
                  </a:cubicBezTo>
                  <a:cubicBezTo>
                    <a:pt x="297" y="109"/>
                    <a:pt x="295" y="109"/>
                    <a:pt x="294" y="109"/>
                  </a:cubicBezTo>
                  <a:cubicBezTo>
                    <a:pt x="293" y="109"/>
                    <a:pt x="291" y="110"/>
                    <a:pt x="289" y="111"/>
                  </a:cubicBezTo>
                  <a:cubicBezTo>
                    <a:pt x="286" y="112"/>
                    <a:pt x="286" y="112"/>
                    <a:pt x="286" y="112"/>
                  </a:cubicBezTo>
                  <a:cubicBezTo>
                    <a:pt x="295" y="131"/>
                    <a:pt x="295" y="131"/>
                    <a:pt x="295" y="131"/>
                  </a:cubicBezTo>
                  <a:cubicBezTo>
                    <a:pt x="285" y="136"/>
                    <a:pt x="285" y="136"/>
                    <a:pt x="285" y="136"/>
                  </a:cubicBezTo>
                  <a:cubicBezTo>
                    <a:pt x="264" y="89"/>
                    <a:pt x="264" y="89"/>
                    <a:pt x="264" y="89"/>
                  </a:cubicBezTo>
                  <a:lnTo>
                    <a:pt x="286" y="79"/>
                  </a:lnTo>
                  <a:close/>
                  <a:moveTo>
                    <a:pt x="250" y="96"/>
                  </a:moveTo>
                  <a:cubicBezTo>
                    <a:pt x="255" y="104"/>
                    <a:pt x="255" y="104"/>
                    <a:pt x="255" y="104"/>
                  </a:cubicBezTo>
                  <a:cubicBezTo>
                    <a:pt x="229" y="120"/>
                    <a:pt x="229" y="120"/>
                    <a:pt x="229" y="120"/>
                  </a:cubicBezTo>
                  <a:cubicBezTo>
                    <a:pt x="235" y="130"/>
                    <a:pt x="235" y="130"/>
                    <a:pt x="235" y="130"/>
                  </a:cubicBezTo>
                  <a:cubicBezTo>
                    <a:pt x="259" y="115"/>
                    <a:pt x="259" y="115"/>
                    <a:pt x="259" y="115"/>
                  </a:cubicBezTo>
                  <a:cubicBezTo>
                    <a:pt x="264" y="122"/>
                    <a:pt x="264" y="122"/>
                    <a:pt x="264" y="122"/>
                  </a:cubicBezTo>
                  <a:cubicBezTo>
                    <a:pt x="240" y="137"/>
                    <a:pt x="240" y="137"/>
                    <a:pt x="240" y="137"/>
                  </a:cubicBezTo>
                  <a:cubicBezTo>
                    <a:pt x="247" y="149"/>
                    <a:pt x="247" y="149"/>
                    <a:pt x="247" y="149"/>
                  </a:cubicBezTo>
                  <a:cubicBezTo>
                    <a:pt x="274" y="132"/>
                    <a:pt x="274" y="132"/>
                    <a:pt x="274" y="132"/>
                  </a:cubicBezTo>
                  <a:cubicBezTo>
                    <a:pt x="278" y="139"/>
                    <a:pt x="278" y="139"/>
                    <a:pt x="278" y="139"/>
                  </a:cubicBezTo>
                  <a:cubicBezTo>
                    <a:pt x="242" y="162"/>
                    <a:pt x="242" y="162"/>
                    <a:pt x="242" y="162"/>
                  </a:cubicBezTo>
                  <a:cubicBezTo>
                    <a:pt x="214" y="119"/>
                    <a:pt x="214" y="119"/>
                    <a:pt x="214" y="119"/>
                  </a:cubicBezTo>
                  <a:lnTo>
                    <a:pt x="250" y="96"/>
                  </a:lnTo>
                  <a:close/>
                  <a:moveTo>
                    <a:pt x="175" y="151"/>
                  </a:moveTo>
                  <a:cubicBezTo>
                    <a:pt x="210" y="171"/>
                    <a:pt x="210" y="171"/>
                    <a:pt x="210" y="171"/>
                  </a:cubicBezTo>
                  <a:cubicBezTo>
                    <a:pt x="196" y="133"/>
                    <a:pt x="196" y="133"/>
                    <a:pt x="196" y="133"/>
                  </a:cubicBezTo>
                  <a:cubicBezTo>
                    <a:pt x="206" y="125"/>
                    <a:pt x="206" y="125"/>
                    <a:pt x="206" y="125"/>
                  </a:cubicBezTo>
                  <a:cubicBezTo>
                    <a:pt x="223" y="177"/>
                    <a:pt x="223" y="177"/>
                    <a:pt x="223" y="177"/>
                  </a:cubicBezTo>
                  <a:cubicBezTo>
                    <a:pt x="214" y="185"/>
                    <a:pt x="214" y="185"/>
                    <a:pt x="214" y="185"/>
                  </a:cubicBezTo>
                  <a:cubicBezTo>
                    <a:pt x="165" y="159"/>
                    <a:pt x="165" y="159"/>
                    <a:pt x="165" y="159"/>
                  </a:cubicBezTo>
                  <a:lnTo>
                    <a:pt x="175" y="151"/>
                  </a:lnTo>
                  <a:close/>
                  <a:moveTo>
                    <a:pt x="160" y="165"/>
                  </a:moveTo>
                  <a:cubicBezTo>
                    <a:pt x="197" y="201"/>
                    <a:pt x="197" y="201"/>
                    <a:pt x="197" y="201"/>
                  </a:cubicBezTo>
                  <a:cubicBezTo>
                    <a:pt x="189" y="209"/>
                    <a:pt x="189" y="209"/>
                    <a:pt x="189" y="209"/>
                  </a:cubicBezTo>
                  <a:cubicBezTo>
                    <a:pt x="152" y="174"/>
                    <a:pt x="152" y="174"/>
                    <a:pt x="152" y="174"/>
                  </a:cubicBezTo>
                  <a:lnTo>
                    <a:pt x="160" y="165"/>
                  </a:lnTo>
                  <a:close/>
                  <a:moveTo>
                    <a:pt x="121" y="211"/>
                  </a:moveTo>
                  <a:cubicBezTo>
                    <a:pt x="163" y="214"/>
                    <a:pt x="163" y="214"/>
                    <a:pt x="163" y="214"/>
                  </a:cubicBezTo>
                  <a:cubicBezTo>
                    <a:pt x="135" y="193"/>
                    <a:pt x="135" y="193"/>
                    <a:pt x="135" y="193"/>
                  </a:cubicBezTo>
                  <a:cubicBezTo>
                    <a:pt x="142" y="184"/>
                    <a:pt x="142" y="184"/>
                    <a:pt x="142" y="184"/>
                  </a:cubicBezTo>
                  <a:cubicBezTo>
                    <a:pt x="182" y="216"/>
                    <a:pt x="182" y="216"/>
                    <a:pt x="182" y="216"/>
                  </a:cubicBezTo>
                  <a:cubicBezTo>
                    <a:pt x="175" y="225"/>
                    <a:pt x="175" y="225"/>
                    <a:pt x="175" y="225"/>
                  </a:cubicBezTo>
                  <a:cubicBezTo>
                    <a:pt x="134" y="222"/>
                    <a:pt x="134" y="222"/>
                    <a:pt x="134" y="222"/>
                  </a:cubicBezTo>
                  <a:cubicBezTo>
                    <a:pt x="161" y="243"/>
                    <a:pt x="161" y="243"/>
                    <a:pt x="161" y="243"/>
                  </a:cubicBezTo>
                  <a:cubicBezTo>
                    <a:pt x="155" y="252"/>
                    <a:pt x="155" y="252"/>
                    <a:pt x="155" y="252"/>
                  </a:cubicBezTo>
                  <a:cubicBezTo>
                    <a:pt x="114" y="220"/>
                    <a:pt x="114" y="220"/>
                    <a:pt x="114" y="220"/>
                  </a:cubicBezTo>
                  <a:lnTo>
                    <a:pt x="121" y="211"/>
                  </a:lnTo>
                  <a:close/>
                  <a:moveTo>
                    <a:pt x="88" y="264"/>
                  </a:moveTo>
                  <a:cubicBezTo>
                    <a:pt x="112" y="278"/>
                    <a:pt x="112" y="278"/>
                    <a:pt x="112" y="278"/>
                  </a:cubicBezTo>
                  <a:cubicBezTo>
                    <a:pt x="116" y="280"/>
                    <a:pt x="119" y="281"/>
                    <a:pt x="120" y="281"/>
                  </a:cubicBezTo>
                  <a:cubicBezTo>
                    <a:pt x="122" y="282"/>
                    <a:pt x="124" y="282"/>
                    <a:pt x="126" y="281"/>
                  </a:cubicBezTo>
                  <a:cubicBezTo>
                    <a:pt x="128" y="280"/>
                    <a:pt x="130" y="278"/>
                    <a:pt x="132" y="275"/>
                  </a:cubicBezTo>
                  <a:cubicBezTo>
                    <a:pt x="133" y="272"/>
                    <a:pt x="134" y="270"/>
                    <a:pt x="134" y="268"/>
                  </a:cubicBezTo>
                  <a:cubicBezTo>
                    <a:pt x="134" y="266"/>
                    <a:pt x="133" y="264"/>
                    <a:pt x="131" y="263"/>
                  </a:cubicBezTo>
                  <a:cubicBezTo>
                    <a:pt x="130" y="262"/>
                    <a:pt x="127" y="260"/>
                    <a:pt x="124" y="258"/>
                  </a:cubicBezTo>
                  <a:cubicBezTo>
                    <a:pt x="99" y="244"/>
                    <a:pt x="99" y="244"/>
                    <a:pt x="99" y="244"/>
                  </a:cubicBezTo>
                  <a:cubicBezTo>
                    <a:pt x="104" y="234"/>
                    <a:pt x="104" y="234"/>
                    <a:pt x="104" y="234"/>
                  </a:cubicBezTo>
                  <a:cubicBezTo>
                    <a:pt x="128" y="248"/>
                    <a:pt x="128" y="248"/>
                    <a:pt x="128" y="248"/>
                  </a:cubicBezTo>
                  <a:cubicBezTo>
                    <a:pt x="134" y="251"/>
                    <a:pt x="137" y="253"/>
                    <a:pt x="139" y="255"/>
                  </a:cubicBezTo>
                  <a:cubicBezTo>
                    <a:pt x="141" y="257"/>
                    <a:pt x="142" y="259"/>
                    <a:pt x="143" y="261"/>
                  </a:cubicBezTo>
                  <a:cubicBezTo>
                    <a:pt x="144" y="263"/>
                    <a:pt x="144" y="266"/>
                    <a:pt x="144" y="269"/>
                  </a:cubicBezTo>
                  <a:cubicBezTo>
                    <a:pt x="143" y="272"/>
                    <a:pt x="142" y="275"/>
                    <a:pt x="140" y="279"/>
                  </a:cubicBezTo>
                  <a:cubicBezTo>
                    <a:pt x="137" y="284"/>
                    <a:pt x="134" y="287"/>
                    <a:pt x="132" y="289"/>
                  </a:cubicBezTo>
                  <a:cubicBezTo>
                    <a:pt x="130" y="291"/>
                    <a:pt x="127" y="292"/>
                    <a:pt x="125" y="293"/>
                  </a:cubicBezTo>
                  <a:cubicBezTo>
                    <a:pt x="123" y="293"/>
                    <a:pt x="120" y="293"/>
                    <a:pt x="118" y="293"/>
                  </a:cubicBezTo>
                  <a:cubicBezTo>
                    <a:pt x="115" y="292"/>
                    <a:pt x="111" y="290"/>
                    <a:pt x="106" y="287"/>
                  </a:cubicBezTo>
                  <a:cubicBezTo>
                    <a:pt x="82" y="274"/>
                    <a:pt x="82" y="274"/>
                    <a:pt x="82" y="274"/>
                  </a:cubicBezTo>
                  <a:lnTo>
                    <a:pt x="88" y="264"/>
                  </a:lnTo>
                  <a:close/>
                  <a:moveTo>
                    <a:pt x="45" y="402"/>
                  </a:moveTo>
                  <a:cubicBezTo>
                    <a:pt x="82" y="384"/>
                    <a:pt x="82" y="384"/>
                    <a:pt x="82" y="384"/>
                  </a:cubicBezTo>
                  <a:cubicBezTo>
                    <a:pt x="48" y="379"/>
                    <a:pt x="48" y="379"/>
                    <a:pt x="48" y="379"/>
                  </a:cubicBezTo>
                  <a:cubicBezTo>
                    <a:pt x="50" y="368"/>
                    <a:pt x="50" y="368"/>
                    <a:pt x="50" y="368"/>
                  </a:cubicBezTo>
                  <a:cubicBezTo>
                    <a:pt x="101" y="376"/>
                    <a:pt x="101" y="376"/>
                    <a:pt x="101" y="376"/>
                  </a:cubicBezTo>
                  <a:cubicBezTo>
                    <a:pt x="99" y="387"/>
                    <a:pt x="99" y="387"/>
                    <a:pt x="99" y="387"/>
                  </a:cubicBezTo>
                  <a:cubicBezTo>
                    <a:pt x="62" y="405"/>
                    <a:pt x="62" y="405"/>
                    <a:pt x="62" y="405"/>
                  </a:cubicBezTo>
                  <a:cubicBezTo>
                    <a:pt x="95" y="410"/>
                    <a:pt x="95" y="410"/>
                    <a:pt x="95" y="410"/>
                  </a:cubicBezTo>
                  <a:cubicBezTo>
                    <a:pt x="94" y="421"/>
                    <a:pt x="94" y="421"/>
                    <a:pt x="94" y="421"/>
                  </a:cubicBezTo>
                  <a:cubicBezTo>
                    <a:pt x="43" y="413"/>
                    <a:pt x="43" y="413"/>
                    <a:pt x="43" y="413"/>
                  </a:cubicBezTo>
                  <a:lnTo>
                    <a:pt x="45" y="402"/>
                  </a:lnTo>
                  <a:close/>
                  <a:moveTo>
                    <a:pt x="42" y="427"/>
                  </a:moveTo>
                  <a:cubicBezTo>
                    <a:pt x="94" y="430"/>
                    <a:pt x="94" y="430"/>
                    <a:pt x="94" y="430"/>
                  </a:cubicBezTo>
                  <a:cubicBezTo>
                    <a:pt x="93" y="441"/>
                    <a:pt x="93" y="441"/>
                    <a:pt x="93" y="441"/>
                  </a:cubicBezTo>
                  <a:cubicBezTo>
                    <a:pt x="42" y="439"/>
                    <a:pt x="42" y="439"/>
                    <a:pt x="42" y="439"/>
                  </a:cubicBezTo>
                  <a:lnTo>
                    <a:pt x="42" y="427"/>
                  </a:lnTo>
                  <a:close/>
                  <a:moveTo>
                    <a:pt x="43" y="487"/>
                  </a:moveTo>
                  <a:cubicBezTo>
                    <a:pt x="63" y="486"/>
                    <a:pt x="63" y="486"/>
                    <a:pt x="63" y="486"/>
                  </a:cubicBezTo>
                  <a:cubicBezTo>
                    <a:pt x="62" y="464"/>
                    <a:pt x="62" y="464"/>
                    <a:pt x="62" y="464"/>
                  </a:cubicBezTo>
                  <a:cubicBezTo>
                    <a:pt x="42" y="465"/>
                    <a:pt x="42" y="465"/>
                    <a:pt x="42" y="465"/>
                  </a:cubicBezTo>
                  <a:cubicBezTo>
                    <a:pt x="41" y="453"/>
                    <a:pt x="41" y="453"/>
                    <a:pt x="41" y="453"/>
                  </a:cubicBezTo>
                  <a:cubicBezTo>
                    <a:pt x="92" y="450"/>
                    <a:pt x="92" y="450"/>
                    <a:pt x="92" y="450"/>
                  </a:cubicBezTo>
                  <a:cubicBezTo>
                    <a:pt x="93" y="462"/>
                    <a:pt x="93" y="462"/>
                    <a:pt x="93" y="462"/>
                  </a:cubicBezTo>
                  <a:cubicBezTo>
                    <a:pt x="71" y="463"/>
                    <a:pt x="71" y="463"/>
                    <a:pt x="71" y="463"/>
                  </a:cubicBezTo>
                  <a:cubicBezTo>
                    <a:pt x="72" y="486"/>
                    <a:pt x="72" y="486"/>
                    <a:pt x="72" y="486"/>
                  </a:cubicBezTo>
                  <a:cubicBezTo>
                    <a:pt x="94" y="484"/>
                    <a:pt x="94" y="484"/>
                    <a:pt x="94" y="484"/>
                  </a:cubicBezTo>
                  <a:cubicBezTo>
                    <a:pt x="95" y="496"/>
                    <a:pt x="95" y="496"/>
                    <a:pt x="95" y="496"/>
                  </a:cubicBezTo>
                  <a:cubicBezTo>
                    <a:pt x="43" y="499"/>
                    <a:pt x="43" y="499"/>
                    <a:pt x="43" y="499"/>
                  </a:cubicBezTo>
                  <a:lnTo>
                    <a:pt x="43" y="487"/>
                  </a:lnTo>
                  <a:close/>
                  <a:moveTo>
                    <a:pt x="98" y="546"/>
                  </a:moveTo>
                  <a:cubicBezTo>
                    <a:pt x="95" y="551"/>
                    <a:pt x="89" y="555"/>
                    <a:pt x="81" y="557"/>
                  </a:cubicBezTo>
                  <a:cubicBezTo>
                    <a:pt x="73" y="559"/>
                    <a:pt x="66" y="558"/>
                    <a:pt x="60" y="554"/>
                  </a:cubicBezTo>
                  <a:cubicBezTo>
                    <a:pt x="54" y="550"/>
                    <a:pt x="51" y="544"/>
                    <a:pt x="49" y="536"/>
                  </a:cubicBezTo>
                  <a:cubicBezTo>
                    <a:pt x="48" y="529"/>
                    <a:pt x="48" y="523"/>
                    <a:pt x="51" y="518"/>
                  </a:cubicBezTo>
                  <a:cubicBezTo>
                    <a:pt x="53" y="515"/>
                    <a:pt x="55" y="513"/>
                    <a:pt x="59" y="511"/>
                  </a:cubicBezTo>
                  <a:cubicBezTo>
                    <a:pt x="64" y="521"/>
                    <a:pt x="64" y="521"/>
                    <a:pt x="64" y="521"/>
                  </a:cubicBezTo>
                  <a:cubicBezTo>
                    <a:pt x="61" y="523"/>
                    <a:pt x="60" y="524"/>
                    <a:pt x="58" y="527"/>
                  </a:cubicBezTo>
                  <a:cubicBezTo>
                    <a:pt x="57" y="529"/>
                    <a:pt x="57" y="532"/>
                    <a:pt x="58" y="535"/>
                  </a:cubicBezTo>
                  <a:cubicBezTo>
                    <a:pt x="59" y="539"/>
                    <a:pt x="61" y="542"/>
                    <a:pt x="64" y="544"/>
                  </a:cubicBezTo>
                  <a:cubicBezTo>
                    <a:pt x="67" y="546"/>
                    <a:pt x="72" y="547"/>
                    <a:pt x="78" y="545"/>
                  </a:cubicBezTo>
                  <a:cubicBezTo>
                    <a:pt x="84" y="544"/>
                    <a:pt x="89" y="542"/>
                    <a:pt x="91" y="539"/>
                  </a:cubicBezTo>
                  <a:cubicBezTo>
                    <a:pt x="93" y="536"/>
                    <a:pt x="94" y="532"/>
                    <a:pt x="93" y="528"/>
                  </a:cubicBezTo>
                  <a:cubicBezTo>
                    <a:pt x="92" y="525"/>
                    <a:pt x="91" y="522"/>
                    <a:pt x="89" y="521"/>
                  </a:cubicBezTo>
                  <a:cubicBezTo>
                    <a:pt x="86" y="519"/>
                    <a:pt x="83" y="518"/>
                    <a:pt x="79" y="518"/>
                  </a:cubicBezTo>
                  <a:cubicBezTo>
                    <a:pt x="80" y="506"/>
                    <a:pt x="80" y="506"/>
                    <a:pt x="80" y="506"/>
                  </a:cubicBezTo>
                  <a:cubicBezTo>
                    <a:pt x="86" y="507"/>
                    <a:pt x="91" y="509"/>
                    <a:pt x="94" y="512"/>
                  </a:cubicBezTo>
                  <a:cubicBezTo>
                    <a:pt x="98" y="515"/>
                    <a:pt x="100" y="520"/>
                    <a:pt x="101" y="526"/>
                  </a:cubicBezTo>
                  <a:cubicBezTo>
                    <a:pt x="103" y="533"/>
                    <a:pt x="102" y="540"/>
                    <a:pt x="98" y="546"/>
                  </a:cubicBezTo>
                  <a:close/>
                  <a:moveTo>
                    <a:pt x="115" y="330"/>
                  </a:moveTo>
                  <a:cubicBezTo>
                    <a:pt x="102" y="331"/>
                    <a:pt x="102" y="331"/>
                    <a:pt x="102" y="331"/>
                  </a:cubicBezTo>
                  <a:cubicBezTo>
                    <a:pt x="95" y="353"/>
                    <a:pt x="95" y="353"/>
                    <a:pt x="95" y="353"/>
                  </a:cubicBezTo>
                  <a:cubicBezTo>
                    <a:pt x="105" y="361"/>
                    <a:pt x="105" y="361"/>
                    <a:pt x="105" y="361"/>
                  </a:cubicBezTo>
                  <a:cubicBezTo>
                    <a:pt x="101" y="373"/>
                    <a:pt x="101" y="373"/>
                    <a:pt x="101" y="373"/>
                  </a:cubicBezTo>
                  <a:cubicBezTo>
                    <a:pt x="59" y="336"/>
                    <a:pt x="59" y="336"/>
                    <a:pt x="59" y="336"/>
                  </a:cubicBezTo>
                  <a:cubicBezTo>
                    <a:pt x="62" y="324"/>
                    <a:pt x="62" y="324"/>
                    <a:pt x="62" y="324"/>
                  </a:cubicBezTo>
                  <a:cubicBezTo>
                    <a:pt x="118" y="318"/>
                    <a:pt x="118" y="318"/>
                    <a:pt x="118" y="318"/>
                  </a:cubicBezTo>
                  <a:lnTo>
                    <a:pt x="115" y="330"/>
                  </a:lnTo>
                  <a:close/>
                  <a:moveTo>
                    <a:pt x="252" y="762"/>
                  </a:moveTo>
                  <a:cubicBezTo>
                    <a:pt x="252" y="763"/>
                    <a:pt x="251" y="764"/>
                    <a:pt x="250" y="764"/>
                  </a:cubicBezTo>
                  <a:cubicBezTo>
                    <a:pt x="248" y="765"/>
                    <a:pt x="239" y="763"/>
                    <a:pt x="238" y="764"/>
                  </a:cubicBezTo>
                  <a:cubicBezTo>
                    <a:pt x="233" y="764"/>
                    <a:pt x="232" y="764"/>
                    <a:pt x="231" y="766"/>
                  </a:cubicBezTo>
                  <a:cubicBezTo>
                    <a:pt x="231" y="767"/>
                    <a:pt x="231" y="770"/>
                    <a:pt x="229" y="770"/>
                  </a:cubicBezTo>
                  <a:cubicBezTo>
                    <a:pt x="227" y="769"/>
                    <a:pt x="222" y="768"/>
                    <a:pt x="219" y="768"/>
                  </a:cubicBezTo>
                  <a:cubicBezTo>
                    <a:pt x="218" y="768"/>
                    <a:pt x="217" y="768"/>
                    <a:pt x="216" y="768"/>
                  </a:cubicBezTo>
                  <a:cubicBezTo>
                    <a:pt x="205" y="781"/>
                    <a:pt x="197" y="792"/>
                    <a:pt x="185" y="804"/>
                  </a:cubicBezTo>
                  <a:cubicBezTo>
                    <a:pt x="185" y="804"/>
                    <a:pt x="183" y="805"/>
                    <a:pt x="183" y="805"/>
                  </a:cubicBezTo>
                  <a:cubicBezTo>
                    <a:pt x="191" y="792"/>
                    <a:pt x="199" y="779"/>
                    <a:pt x="208" y="766"/>
                  </a:cubicBezTo>
                  <a:cubicBezTo>
                    <a:pt x="209" y="764"/>
                    <a:pt x="208" y="763"/>
                    <a:pt x="208" y="763"/>
                  </a:cubicBezTo>
                  <a:cubicBezTo>
                    <a:pt x="207" y="761"/>
                    <a:pt x="210" y="758"/>
                    <a:pt x="212" y="758"/>
                  </a:cubicBezTo>
                  <a:cubicBezTo>
                    <a:pt x="212" y="758"/>
                    <a:pt x="213" y="758"/>
                    <a:pt x="214" y="758"/>
                  </a:cubicBezTo>
                  <a:cubicBezTo>
                    <a:pt x="219" y="750"/>
                    <a:pt x="219" y="750"/>
                    <a:pt x="221" y="747"/>
                  </a:cubicBezTo>
                  <a:cubicBezTo>
                    <a:pt x="219" y="746"/>
                    <a:pt x="211" y="743"/>
                    <a:pt x="213" y="741"/>
                  </a:cubicBezTo>
                  <a:cubicBezTo>
                    <a:pt x="214" y="741"/>
                    <a:pt x="216" y="741"/>
                    <a:pt x="218" y="741"/>
                  </a:cubicBezTo>
                  <a:cubicBezTo>
                    <a:pt x="220" y="742"/>
                    <a:pt x="222" y="742"/>
                    <a:pt x="223" y="743"/>
                  </a:cubicBezTo>
                  <a:cubicBezTo>
                    <a:pt x="227" y="739"/>
                    <a:pt x="229" y="736"/>
                    <a:pt x="231" y="731"/>
                  </a:cubicBezTo>
                  <a:cubicBezTo>
                    <a:pt x="231" y="730"/>
                    <a:pt x="234" y="726"/>
                    <a:pt x="233" y="726"/>
                  </a:cubicBezTo>
                  <a:cubicBezTo>
                    <a:pt x="233" y="724"/>
                    <a:pt x="233" y="724"/>
                    <a:pt x="233" y="723"/>
                  </a:cubicBezTo>
                  <a:cubicBezTo>
                    <a:pt x="237" y="725"/>
                    <a:pt x="239" y="727"/>
                    <a:pt x="239" y="731"/>
                  </a:cubicBezTo>
                  <a:cubicBezTo>
                    <a:pt x="239" y="731"/>
                    <a:pt x="239" y="734"/>
                    <a:pt x="239" y="735"/>
                  </a:cubicBezTo>
                  <a:cubicBezTo>
                    <a:pt x="236" y="738"/>
                    <a:pt x="234" y="742"/>
                    <a:pt x="231" y="745"/>
                  </a:cubicBezTo>
                  <a:cubicBezTo>
                    <a:pt x="232" y="746"/>
                    <a:pt x="233" y="746"/>
                    <a:pt x="234" y="746"/>
                  </a:cubicBezTo>
                  <a:cubicBezTo>
                    <a:pt x="237" y="748"/>
                    <a:pt x="239" y="748"/>
                    <a:pt x="242" y="750"/>
                  </a:cubicBezTo>
                  <a:cubicBezTo>
                    <a:pt x="243" y="749"/>
                    <a:pt x="244" y="750"/>
                    <a:pt x="244" y="749"/>
                  </a:cubicBezTo>
                  <a:cubicBezTo>
                    <a:pt x="252" y="753"/>
                    <a:pt x="253" y="761"/>
                    <a:pt x="252" y="762"/>
                  </a:cubicBezTo>
                  <a:close/>
                  <a:moveTo>
                    <a:pt x="189" y="735"/>
                  </a:moveTo>
                  <a:cubicBezTo>
                    <a:pt x="192" y="737"/>
                    <a:pt x="195" y="739"/>
                    <a:pt x="196" y="742"/>
                  </a:cubicBezTo>
                  <a:cubicBezTo>
                    <a:pt x="197" y="743"/>
                    <a:pt x="201" y="748"/>
                    <a:pt x="203" y="754"/>
                  </a:cubicBezTo>
                  <a:cubicBezTo>
                    <a:pt x="204" y="757"/>
                    <a:pt x="205" y="758"/>
                    <a:pt x="204" y="761"/>
                  </a:cubicBezTo>
                  <a:cubicBezTo>
                    <a:pt x="199" y="758"/>
                    <a:pt x="200" y="757"/>
                    <a:pt x="198" y="752"/>
                  </a:cubicBezTo>
                  <a:cubicBezTo>
                    <a:pt x="198" y="750"/>
                    <a:pt x="197" y="748"/>
                    <a:pt x="193" y="744"/>
                  </a:cubicBezTo>
                  <a:cubicBezTo>
                    <a:pt x="193" y="742"/>
                    <a:pt x="189" y="738"/>
                    <a:pt x="189" y="735"/>
                  </a:cubicBezTo>
                  <a:close/>
                  <a:moveTo>
                    <a:pt x="262" y="820"/>
                  </a:moveTo>
                  <a:cubicBezTo>
                    <a:pt x="262" y="818"/>
                    <a:pt x="260" y="817"/>
                    <a:pt x="260" y="815"/>
                  </a:cubicBezTo>
                  <a:cubicBezTo>
                    <a:pt x="266" y="807"/>
                    <a:pt x="274" y="789"/>
                    <a:pt x="281" y="779"/>
                  </a:cubicBezTo>
                  <a:cubicBezTo>
                    <a:pt x="282" y="777"/>
                    <a:pt x="283" y="776"/>
                    <a:pt x="284" y="776"/>
                  </a:cubicBezTo>
                  <a:cubicBezTo>
                    <a:pt x="284" y="777"/>
                    <a:pt x="285" y="777"/>
                    <a:pt x="283" y="781"/>
                  </a:cubicBezTo>
                  <a:cubicBezTo>
                    <a:pt x="283" y="782"/>
                    <a:pt x="263" y="819"/>
                    <a:pt x="265" y="821"/>
                  </a:cubicBezTo>
                  <a:cubicBezTo>
                    <a:pt x="263" y="821"/>
                    <a:pt x="263" y="821"/>
                    <a:pt x="262" y="820"/>
                  </a:cubicBezTo>
                  <a:close/>
                  <a:moveTo>
                    <a:pt x="289" y="829"/>
                  </a:moveTo>
                  <a:cubicBezTo>
                    <a:pt x="288" y="830"/>
                    <a:pt x="288" y="830"/>
                    <a:pt x="287" y="830"/>
                  </a:cubicBezTo>
                  <a:cubicBezTo>
                    <a:pt x="286" y="830"/>
                    <a:pt x="284" y="829"/>
                    <a:pt x="282" y="828"/>
                  </a:cubicBezTo>
                  <a:cubicBezTo>
                    <a:pt x="280" y="826"/>
                    <a:pt x="275" y="818"/>
                    <a:pt x="276" y="816"/>
                  </a:cubicBezTo>
                  <a:cubicBezTo>
                    <a:pt x="276" y="816"/>
                    <a:pt x="276" y="816"/>
                    <a:pt x="276" y="816"/>
                  </a:cubicBezTo>
                  <a:cubicBezTo>
                    <a:pt x="278" y="822"/>
                    <a:pt x="286" y="820"/>
                    <a:pt x="294" y="818"/>
                  </a:cubicBezTo>
                  <a:cubicBezTo>
                    <a:pt x="300" y="816"/>
                    <a:pt x="305" y="813"/>
                    <a:pt x="305" y="812"/>
                  </a:cubicBezTo>
                  <a:cubicBezTo>
                    <a:pt x="305" y="811"/>
                    <a:pt x="305" y="810"/>
                    <a:pt x="304" y="809"/>
                  </a:cubicBezTo>
                  <a:cubicBezTo>
                    <a:pt x="304" y="810"/>
                    <a:pt x="301" y="811"/>
                    <a:pt x="297" y="812"/>
                  </a:cubicBezTo>
                  <a:cubicBezTo>
                    <a:pt x="288" y="814"/>
                    <a:pt x="275" y="816"/>
                    <a:pt x="273" y="815"/>
                  </a:cubicBezTo>
                  <a:cubicBezTo>
                    <a:pt x="270" y="814"/>
                    <a:pt x="270" y="813"/>
                    <a:pt x="273" y="809"/>
                  </a:cubicBezTo>
                  <a:cubicBezTo>
                    <a:pt x="279" y="807"/>
                    <a:pt x="290" y="805"/>
                    <a:pt x="297" y="802"/>
                  </a:cubicBezTo>
                  <a:cubicBezTo>
                    <a:pt x="297" y="801"/>
                    <a:pt x="299" y="801"/>
                    <a:pt x="298" y="799"/>
                  </a:cubicBezTo>
                  <a:cubicBezTo>
                    <a:pt x="295" y="800"/>
                    <a:pt x="286" y="801"/>
                    <a:pt x="284" y="801"/>
                  </a:cubicBezTo>
                  <a:cubicBezTo>
                    <a:pt x="281" y="798"/>
                    <a:pt x="283" y="795"/>
                    <a:pt x="284" y="792"/>
                  </a:cubicBezTo>
                  <a:cubicBezTo>
                    <a:pt x="285" y="792"/>
                    <a:pt x="284" y="792"/>
                    <a:pt x="285" y="792"/>
                  </a:cubicBezTo>
                  <a:cubicBezTo>
                    <a:pt x="287" y="794"/>
                    <a:pt x="294" y="792"/>
                    <a:pt x="295" y="791"/>
                  </a:cubicBezTo>
                  <a:cubicBezTo>
                    <a:pt x="294" y="789"/>
                    <a:pt x="292" y="784"/>
                    <a:pt x="293" y="785"/>
                  </a:cubicBezTo>
                  <a:cubicBezTo>
                    <a:pt x="295" y="786"/>
                    <a:pt x="295" y="787"/>
                    <a:pt x="298" y="787"/>
                  </a:cubicBezTo>
                  <a:cubicBezTo>
                    <a:pt x="298" y="787"/>
                    <a:pt x="299" y="787"/>
                    <a:pt x="298" y="787"/>
                  </a:cubicBezTo>
                  <a:cubicBezTo>
                    <a:pt x="297" y="786"/>
                    <a:pt x="295" y="785"/>
                    <a:pt x="295" y="784"/>
                  </a:cubicBezTo>
                  <a:cubicBezTo>
                    <a:pt x="296" y="782"/>
                    <a:pt x="298" y="782"/>
                    <a:pt x="299" y="783"/>
                  </a:cubicBezTo>
                  <a:cubicBezTo>
                    <a:pt x="301" y="784"/>
                    <a:pt x="308" y="789"/>
                    <a:pt x="308" y="789"/>
                  </a:cubicBezTo>
                  <a:cubicBezTo>
                    <a:pt x="309" y="790"/>
                    <a:pt x="309" y="790"/>
                    <a:pt x="309" y="790"/>
                  </a:cubicBezTo>
                  <a:cubicBezTo>
                    <a:pt x="310" y="791"/>
                    <a:pt x="310" y="792"/>
                    <a:pt x="310" y="793"/>
                  </a:cubicBezTo>
                  <a:cubicBezTo>
                    <a:pt x="310" y="796"/>
                    <a:pt x="308" y="797"/>
                    <a:pt x="305" y="797"/>
                  </a:cubicBezTo>
                  <a:cubicBezTo>
                    <a:pt x="306" y="802"/>
                    <a:pt x="306" y="806"/>
                    <a:pt x="309" y="811"/>
                  </a:cubicBezTo>
                  <a:cubicBezTo>
                    <a:pt x="311" y="809"/>
                    <a:pt x="313" y="809"/>
                    <a:pt x="313" y="808"/>
                  </a:cubicBezTo>
                  <a:cubicBezTo>
                    <a:pt x="316" y="810"/>
                    <a:pt x="317" y="811"/>
                    <a:pt x="317" y="814"/>
                  </a:cubicBezTo>
                  <a:cubicBezTo>
                    <a:pt x="315" y="818"/>
                    <a:pt x="310" y="817"/>
                    <a:pt x="309" y="819"/>
                  </a:cubicBezTo>
                  <a:cubicBezTo>
                    <a:pt x="308" y="823"/>
                    <a:pt x="309" y="831"/>
                    <a:pt x="307" y="834"/>
                  </a:cubicBezTo>
                  <a:cubicBezTo>
                    <a:pt x="307" y="835"/>
                    <a:pt x="306" y="835"/>
                    <a:pt x="305" y="834"/>
                  </a:cubicBezTo>
                  <a:cubicBezTo>
                    <a:pt x="304" y="831"/>
                    <a:pt x="305" y="824"/>
                    <a:pt x="305" y="820"/>
                  </a:cubicBezTo>
                  <a:cubicBezTo>
                    <a:pt x="303" y="821"/>
                    <a:pt x="299" y="823"/>
                    <a:pt x="295" y="823"/>
                  </a:cubicBezTo>
                  <a:cubicBezTo>
                    <a:pt x="295" y="824"/>
                    <a:pt x="295" y="824"/>
                    <a:pt x="295" y="825"/>
                  </a:cubicBezTo>
                  <a:cubicBezTo>
                    <a:pt x="297" y="826"/>
                    <a:pt x="297" y="827"/>
                    <a:pt x="298" y="828"/>
                  </a:cubicBezTo>
                  <a:cubicBezTo>
                    <a:pt x="298" y="829"/>
                    <a:pt x="296" y="830"/>
                    <a:pt x="296" y="831"/>
                  </a:cubicBezTo>
                  <a:cubicBezTo>
                    <a:pt x="295" y="831"/>
                    <a:pt x="293" y="830"/>
                    <a:pt x="291" y="829"/>
                  </a:cubicBezTo>
                  <a:cubicBezTo>
                    <a:pt x="290" y="829"/>
                    <a:pt x="289" y="829"/>
                    <a:pt x="289" y="829"/>
                  </a:cubicBezTo>
                  <a:close/>
                  <a:moveTo>
                    <a:pt x="317" y="787"/>
                  </a:moveTo>
                  <a:cubicBezTo>
                    <a:pt x="317" y="785"/>
                    <a:pt x="319" y="786"/>
                    <a:pt x="320" y="786"/>
                  </a:cubicBezTo>
                  <a:cubicBezTo>
                    <a:pt x="323" y="788"/>
                    <a:pt x="325" y="789"/>
                    <a:pt x="326" y="794"/>
                  </a:cubicBezTo>
                  <a:cubicBezTo>
                    <a:pt x="326" y="795"/>
                    <a:pt x="326" y="796"/>
                    <a:pt x="325" y="798"/>
                  </a:cubicBezTo>
                  <a:cubicBezTo>
                    <a:pt x="323" y="798"/>
                    <a:pt x="319" y="798"/>
                    <a:pt x="319" y="795"/>
                  </a:cubicBezTo>
                  <a:cubicBezTo>
                    <a:pt x="318" y="793"/>
                    <a:pt x="316" y="788"/>
                    <a:pt x="317" y="787"/>
                  </a:cubicBezTo>
                  <a:close/>
                  <a:moveTo>
                    <a:pt x="341" y="802"/>
                  </a:moveTo>
                  <a:cubicBezTo>
                    <a:pt x="334" y="803"/>
                    <a:pt x="319" y="845"/>
                    <a:pt x="312" y="854"/>
                  </a:cubicBezTo>
                  <a:cubicBezTo>
                    <a:pt x="308" y="861"/>
                    <a:pt x="306" y="861"/>
                    <a:pt x="303" y="858"/>
                  </a:cubicBezTo>
                  <a:cubicBezTo>
                    <a:pt x="299" y="854"/>
                    <a:pt x="294" y="836"/>
                    <a:pt x="295" y="832"/>
                  </a:cubicBezTo>
                  <a:cubicBezTo>
                    <a:pt x="296" y="833"/>
                    <a:pt x="297" y="836"/>
                    <a:pt x="297" y="837"/>
                  </a:cubicBezTo>
                  <a:cubicBezTo>
                    <a:pt x="298" y="836"/>
                    <a:pt x="297" y="836"/>
                    <a:pt x="298" y="835"/>
                  </a:cubicBezTo>
                  <a:cubicBezTo>
                    <a:pt x="299" y="838"/>
                    <a:pt x="303" y="846"/>
                    <a:pt x="304" y="847"/>
                  </a:cubicBezTo>
                  <a:cubicBezTo>
                    <a:pt x="307" y="849"/>
                    <a:pt x="308" y="844"/>
                    <a:pt x="310" y="842"/>
                  </a:cubicBezTo>
                  <a:cubicBezTo>
                    <a:pt x="314" y="834"/>
                    <a:pt x="325" y="807"/>
                    <a:pt x="329" y="799"/>
                  </a:cubicBezTo>
                  <a:cubicBezTo>
                    <a:pt x="332" y="794"/>
                    <a:pt x="334" y="789"/>
                    <a:pt x="331" y="786"/>
                  </a:cubicBezTo>
                  <a:cubicBezTo>
                    <a:pt x="320" y="780"/>
                    <a:pt x="306" y="784"/>
                    <a:pt x="296" y="778"/>
                  </a:cubicBezTo>
                  <a:cubicBezTo>
                    <a:pt x="296" y="778"/>
                    <a:pt x="296" y="778"/>
                    <a:pt x="296" y="778"/>
                  </a:cubicBezTo>
                  <a:cubicBezTo>
                    <a:pt x="302" y="776"/>
                    <a:pt x="328" y="782"/>
                    <a:pt x="328" y="782"/>
                  </a:cubicBezTo>
                  <a:cubicBezTo>
                    <a:pt x="336" y="784"/>
                    <a:pt x="346" y="792"/>
                    <a:pt x="341" y="802"/>
                  </a:cubicBezTo>
                  <a:close/>
                  <a:moveTo>
                    <a:pt x="365" y="858"/>
                  </a:moveTo>
                  <a:cubicBezTo>
                    <a:pt x="365" y="858"/>
                    <a:pt x="363" y="859"/>
                    <a:pt x="362" y="859"/>
                  </a:cubicBezTo>
                  <a:cubicBezTo>
                    <a:pt x="362" y="859"/>
                    <a:pt x="362" y="860"/>
                    <a:pt x="360" y="861"/>
                  </a:cubicBezTo>
                  <a:cubicBezTo>
                    <a:pt x="360" y="861"/>
                    <a:pt x="358" y="862"/>
                    <a:pt x="356" y="861"/>
                  </a:cubicBezTo>
                  <a:cubicBezTo>
                    <a:pt x="356" y="861"/>
                    <a:pt x="355" y="860"/>
                    <a:pt x="354" y="860"/>
                  </a:cubicBezTo>
                  <a:cubicBezTo>
                    <a:pt x="354" y="860"/>
                    <a:pt x="352" y="859"/>
                    <a:pt x="351" y="859"/>
                  </a:cubicBezTo>
                  <a:cubicBezTo>
                    <a:pt x="351" y="859"/>
                    <a:pt x="349" y="859"/>
                    <a:pt x="352" y="858"/>
                  </a:cubicBezTo>
                  <a:cubicBezTo>
                    <a:pt x="352" y="858"/>
                    <a:pt x="352" y="857"/>
                    <a:pt x="353" y="857"/>
                  </a:cubicBezTo>
                  <a:cubicBezTo>
                    <a:pt x="353" y="857"/>
                    <a:pt x="354" y="857"/>
                    <a:pt x="354" y="857"/>
                  </a:cubicBezTo>
                  <a:cubicBezTo>
                    <a:pt x="354" y="857"/>
                    <a:pt x="354" y="856"/>
                    <a:pt x="355" y="857"/>
                  </a:cubicBezTo>
                  <a:cubicBezTo>
                    <a:pt x="355" y="857"/>
                    <a:pt x="356" y="858"/>
                    <a:pt x="357" y="855"/>
                  </a:cubicBezTo>
                  <a:cubicBezTo>
                    <a:pt x="357" y="855"/>
                    <a:pt x="357" y="855"/>
                    <a:pt x="358" y="855"/>
                  </a:cubicBezTo>
                  <a:cubicBezTo>
                    <a:pt x="358" y="855"/>
                    <a:pt x="362" y="853"/>
                    <a:pt x="371" y="847"/>
                  </a:cubicBezTo>
                  <a:cubicBezTo>
                    <a:pt x="371" y="847"/>
                    <a:pt x="379" y="842"/>
                    <a:pt x="384" y="837"/>
                  </a:cubicBezTo>
                  <a:cubicBezTo>
                    <a:pt x="384" y="837"/>
                    <a:pt x="388" y="834"/>
                    <a:pt x="393" y="830"/>
                  </a:cubicBezTo>
                  <a:cubicBezTo>
                    <a:pt x="393" y="830"/>
                    <a:pt x="406" y="820"/>
                    <a:pt x="408" y="817"/>
                  </a:cubicBezTo>
                  <a:cubicBezTo>
                    <a:pt x="408" y="817"/>
                    <a:pt x="399" y="812"/>
                    <a:pt x="400" y="808"/>
                  </a:cubicBezTo>
                  <a:cubicBezTo>
                    <a:pt x="400" y="808"/>
                    <a:pt x="401" y="806"/>
                    <a:pt x="402" y="808"/>
                  </a:cubicBezTo>
                  <a:cubicBezTo>
                    <a:pt x="402" y="808"/>
                    <a:pt x="406" y="811"/>
                    <a:pt x="413" y="810"/>
                  </a:cubicBezTo>
                  <a:cubicBezTo>
                    <a:pt x="413" y="810"/>
                    <a:pt x="416" y="810"/>
                    <a:pt x="420" y="807"/>
                  </a:cubicBezTo>
                  <a:cubicBezTo>
                    <a:pt x="420" y="807"/>
                    <a:pt x="425" y="806"/>
                    <a:pt x="427" y="815"/>
                  </a:cubicBezTo>
                  <a:cubicBezTo>
                    <a:pt x="427" y="815"/>
                    <a:pt x="427" y="819"/>
                    <a:pt x="425" y="818"/>
                  </a:cubicBezTo>
                  <a:cubicBezTo>
                    <a:pt x="425" y="818"/>
                    <a:pt x="422" y="818"/>
                    <a:pt x="419" y="819"/>
                  </a:cubicBezTo>
                  <a:cubicBezTo>
                    <a:pt x="419" y="819"/>
                    <a:pt x="418" y="818"/>
                    <a:pt x="416" y="820"/>
                  </a:cubicBezTo>
                  <a:cubicBezTo>
                    <a:pt x="416" y="820"/>
                    <a:pt x="410" y="826"/>
                    <a:pt x="397" y="834"/>
                  </a:cubicBezTo>
                  <a:cubicBezTo>
                    <a:pt x="397" y="834"/>
                    <a:pt x="390" y="839"/>
                    <a:pt x="381" y="848"/>
                  </a:cubicBezTo>
                  <a:cubicBezTo>
                    <a:pt x="381" y="848"/>
                    <a:pt x="374" y="854"/>
                    <a:pt x="365" y="858"/>
                  </a:cubicBezTo>
                  <a:close/>
                  <a:moveTo>
                    <a:pt x="430" y="858"/>
                  </a:moveTo>
                  <a:cubicBezTo>
                    <a:pt x="430" y="858"/>
                    <a:pt x="430" y="859"/>
                    <a:pt x="430" y="860"/>
                  </a:cubicBezTo>
                  <a:cubicBezTo>
                    <a:pt x="430" y="860"/>
                    <a:pt x="430" y="862"/>
                    <a:pt x="427" y="862"/>
                  </a:cubicBezTo>
                  <a:cubicBezTo>
                    <a:pt x="427" y="862"/>
                    <a:pt x="420" y="864"/>
                    <a:pt x="419" y="866"/>
                  </a:cubicBezTo>
                  <a:cubicBezTo>
                    <a:pt x="419" y="866"/>
                    <a:pt x="415" y="869"/>
                    <a:pt x="416" y="872"/>
                  </a:cubicBezTo>
                  <a:cubicBezTo>
                    <a:pt x="416" y="872"/>
                    <a:pt x="416" y="874"/>
                    <a:pt x="413" y="875"/>
                  </a:cubicBezTo>
                  <a:cubicBezTo>
                    <a:pt x="413" y="875"/>
                    <a:pt x="411" y="875"/>
                    <a:pt x="409" y="875"/>
                  </a:cubicBezTo>
                  <a:cubicBezTo>
                    <a:pt x="409" y="875"/>
                    <a:pt x="407" y="873"/>
                    <a:pt x="404" y="875"/>
                  </a:cubicBezTo>
                  <a:cubicBezTo>
                    <a:pt x="404" y="875"/>
                    <a:pt x="404" y="876"/>
                    <a:pt x="402" y="875"/>
                  </a:cubicBezTo>
                  <a:cubicBezTo>
                    <a:pt x="402" y="875"/>
                    <a:pt x="402" y="874"/>
                    <a:pt x="401" y="874"/>
                  </a:cubicBezTo>
                  <a:cubicBezTo>
                    <a:pt x="401" y="874"/>
                    <a:pt x="400" y="873"/>
                    <a:pt x="400" y="872"/>
                  </a:cubicBezTo>
                  <a:cubicBezTo>
                    <a:pt x="400" y="872"/>
                    <a:pt x="400" y="870"/>
                    <a:pt x="398" y="869"/>
                  </a:cubicBezTo>
                  <a:cubicBezTo>
                    <a:pt x="398" y="869"/>
                    <a:pt x="397" y="869"/>
                    <a:pt x="397" y="867"/>
                  </a:cubicBezTo>
                  <a:cubicBezTo>
                    <a:pt x="397" y="867"/>
                    <a:pt x="396" y="861"/>
                    <a:pt x="395" y="858"/>
                  </a:cubicBezTo>
                  <a:cubicBezTo>
                    <a:pt x="395" y="858"/>
                    <a:pt x="394" y="855"/>
                    <a:pt x="391" y="854"/>
                  </a:cubicBezTo>
                  <a:cubicBezTo>
                    <a:pt x="391" y="854"/>
                    <a:pt x="387" y="848"/>
                    <a:pt x="389" y="848"/>
                  </a:cubicBezTo>
                  <a:cubicBezTo>
                    <a:pt x="389" y="848"/>
                    <a:pt x="393" y="848"/>
                    <a:pt x="396" y="854"/>
                  </a:cubicBezTo>
                  <a:cubicBezTo>
                    <a:pt x="396" y="854"/>
                    <a:pt x="396" y="856"/>
                    <a:pt x="396" y="858"/>
                  </a:cubicBezTo>
                  <a:cubicBezTo>
                    <a:pt x="396" y="858"/>
                    <a:pt x="397" y="859"/>
                    <a:pt x="399" y="866"/>
                  </a:cubicBezTo>
                  <a:cubicBezTo>
                    <a:pt x="399" y="866"/>
                    <a:pt x="400" y="867"/>
                    <a:pt x="400" y="865"/>
                  </a:cubicBezTo>
                  <a:cubicBezTo>
                    <a:pt x="402" y="863"/>
                    <a:pt x="402" y="863"/>
                    <a:pt x="402" y="863"/>
                  </a:cubicBezTo>
                  <a:cubicBezTo>
                    <a:pt x="402" y="863"/>
                    <a:pt x="403" y="861"/>
                    <a:pt x="404" y="862"/>
                  </a:cubicBezTo>
                  <a:cubicBezTo>
                    <a:pt x="404" y="862"/>
                    <a:pt x="404" y="863"/>
                    <a:pt x="405" y="862"/>
                  </a:cubicBezTo>
                  <a:cubicBezTo>
                    <a:pt x="405" y="862"/>
                    <a:pt x="408" y="860"/>
                    <a:pt x="410" y="858"/>
                  </a:cubicBezTo>
                  <a:cubicBezTo>
                    <a:pt x="410" y="858"/>
                    <a:pt x="413" y="856"/>
                    <a:pt x="412" y="855"/>
                  </a:cubicBezTo>
                  <a:cubicBezTo>
                    <a:pt x="412" y="855"/>
                    <a:pt x="409" y="851"/>
                    <a:pt x="408" y="850"/>
                  </a:cubicBezTo>
                  <a:cubicBezTo>
                    <a:pt x="408" y="850"/>
                    <a:pt x="405" y="848"/>
                    <a:pt x="407" y="848"/>
                  </a:cubicBezTo>
                  <a:cubicBezTo>
                    <a:pt x="407" y="848"/>
                    <a:pt x="408" y="848"/>
                    <a:pt x="411" y="849"/>
                  </a:cubicBezTo>
                  <a:cubicBezTo>
                    <a:pt x="411" y="849"/>
                    <a:pt x="417" y="850"/>
                    <a:pt x="419" y="848"/>
                  </a:cubicBezTo>
                  <a:cubicBezTo>
                    <a:pt x="419" y="848"/>
                    <a:pt x="419" y="846"/>
                    <a:pt x="421" y="847"/>
                  </a:cubicBezTo>
                  <a:cubicBezTo>
                    <a:pt x="421" y="847"/>
                    <a:pt x="424" y="850"/>
                    <a:pt x="425" y="850"/>
                  </a:cubicBezTo>
                  <a:cubicBezTo>
                    <a:pt x="425" y="850"/>
                    <a:pt x="431" y="852"/>
                    <a:pt x="430" y="858"/>
                  </a:cubicBezTo>
                  <a:close/>
                  <a:moveTo>
                    <a:pt x="485" y="876"/>
                  </a:moveTo>
                  <a:cubicBezTo>
                    <a:pt x="485" y="876"/>
                    <a:pt x="485" y="878"/>
                    <a:pt x="483" y="877"/>
                  </a:cubicBezTo>
                  <a:cubicBezTo>
                    <a:pt x="483" y="877"/>
                    <a:pt x="477" y="874"/>
                    <a:pt x="475" y="866"/>
                  </a:cubicBezTo>
                  <a:cubicBezTo>
                    <a:pt x="475" y="866"/>
                    <a:pt x="473" y="857"/>
                    <a:pt x="473" y="856"/>
                  </a:cubicBezTo>
                  <a:cubicBezTo>
                    <a:pt x="473" y="856"/>
                    <a:pt x="473" y="856"/>
                    <a:pt x="473" y="854"/>
                  </a:cubicBezTo>
                  <a:cubicBezTo>
                    <a:pt x="472" y="848"/>
                    <a:pt x="472" y="848"/>
                    <a:pt x="472" y="848"/>
                  </a:cubicBezTo>
                  <a:cubicBezTo>
                    <a:pt x="472" y="848"/>
                    <a:pt x="472" y="848"/>
                    <a:pt x="473" y="847"/>
                  </a:cubicBezTo>
                  <a:cubicBezTo>
                    <a:pt x="473" y="847"/>
                    <a:pt x="472" y="846"/>
                    <a:pt x="473" y="845"/>
                  </a:cubicBezTo>
                  <a:cubicBezTo>
                    <a:pt x="473" y="845"/>
                    <a:pt x="473" y="845"/>
                    <a:pt x="473" y="845"/>
                  </a:cubicBezTo>
                  <a:cubicBezTo>
                    <a:pt x="473" y="845"/>
                    <a:pt x="473" y="842"/>
                    <a:pt x="474" y="843"/>
                  </a:cubicBezTo>
                  <a:cubicBezTo>
                    <a:pt x="474" y="843"/>
                    <a:pt x="475" y="844"/>
                    <a:pt x="474" y="846"/>
                  </a:cubicBezTo>
                  <a:cubicBezTo>
                    <a:pt x="474" y="846"/>
                    <a:pt x="473" y="848"/>
                    <a:pt x="477" y="855"/>
                  </a:cubicBezTo>
                  <a:cubicBezTo>
                    <a:pt x="477" y="855"/>
                    <a:pt x="478" y="856"/>
                    <a:pt x="479" y="856"/>
                  </a:cubicBezTo>
                  <a:cubicBezTo>
                    <a:pt x="479" y="856"/>
                    <a:pt x="480" y="857"/>
                    <a:pt x="481" y="860"/>
                  </a:cubicBezTo>
                  <a:cubicBezTo>
                    <a:pt x="481" y="860"/>
                    <a:pt x="481" y="862"/>
                    <a:pt x="481" y="862"/>
                  </a:cubicBezTo>
                  <a:cubicBezTo>
                    <a:pt x="481" y="862"/>
                    <a:pt x="480" y="864"/>
                    <a:pt x="482" y="863"/>
                  </a:cubicBezTo>
                  <a:cubicBezTo>
                    <a:pt x="482" y="863"/>
                    <a:pt x="483" y="863"/>
                    <a:pt x="483" y="864"/>
                  </a:cubicBezTo>
                  <a:cubicBezTo>
                    <a:pt x="483" y="864"/>
                    <a:pt x="483" y="867"/>
                    <a:pt x="483" y="868"/>
                  </a:cubicBezTo>
                  <a:cubicBezTo>
                    <a:pt x="483" y="868"/>
                    <a:pt x="484" y="869"/>
                    <a:pt x="484" y="870"/>
                  </a:cubicBezTo>
                  <a:cubicBezTo>
                    <a:pt x="484" y="870"/>
                    <a:pt x="484" y="871"/>
                    <a:pt x="484" y="871"/>
                  </a:cubicBezTo>
                  <a:cubicBezTo>
                    <a:pt x="484" y="871"/>
                    <a:pt x="485" y="871"/>
                    <a:pt x="485" y="871"/>
                  </a:cubicBezTo>
                  <a:cubicBezTo>
                    <a:pt x="485" y="871"/>
                    <a:pt x="486" y="876"/>
                    <a:pt x="485" y="876"/>
                  </a:cubicBezTo>
                  <a:close/>
                  <a:moveTo>
                    <a:pt x="482" y="834"/>
                  </a:moveTo>
                  <a:cubicBezTo>
                    <a:pt x="482" y="834"/>
                    <a:pt x="481" y="833"/>
                    <a:pt x="480" y="833"/>
                  </a:cubicBezTo>
                  <a:cubicBezTo>
                    <a:pt x="480" y="833"/>
                    <a:pt x="479" y="833"/>
                    <a:pt x="478" y="833"/>
                  </a:cubicBezTo>
                  <a:cubicBezTo>
                    <a:pt x="478" y="833"/>
                    <a:pt x="476" y="833"/>
                    <a:pt x="477" y="831"/>
                  </a:cubicBezTo>
                  <a:cubicBezTo>
                    <a:pt x="477" y="831"/>
                    <a:pt x="479" y="827"/>
                    <a:pt x="478" y="823"/>
                  </a:cubicBezTo>
                  <a:cubicBezTo>
                    <a:pt x="478" y="823"/>
                    <a:pt x="478" y="822"/>
                    <a:pt x="479" y="821"/>
                  </a:cubicBezTo>
                  <a:cubicBezTo>
                    <a:pt x="479" y="821"/>
                    <a:pt x="479" y="820"/>
                    <a:pt x="480" y="821"/>
                  </a:cubicBezTo>
                  <a:cubicBezTo>
                    <a:pt x="480" y="821"/>
                    <a:pt x="485" y="828"/>
                    <a:pt x="485" y="832"/>
                  </a:cubicBezTo>
                  <a:cubicBezTo>
                    <a:pt x="485" y="832"/>
                    <a:pt x="486" y="835"/>
                    <a:pt x="482" y="834"/>
                  </a:cubicBezTo>
                  <a:close/>
                  <a:moveTo>
                    <a:pt x="540" y="838"/>
                  </a:moveTo>
                  <a:cubicBezTo>
                    <a:pt x="540" y="838"/>
                    <a:pt x="539" y="842"/>
                    <a:pt x="537" y="843"/>
                  </a:cubicBezTo>
                  <a:cubicBezTo>
                    <a:pt x="537" y="843"/>
                    <a:pt x="536" y="844"/>
                    <a:pt x="536" y="846"/>
                  </a:cubicBezTo>
                  <a:cubicBezTo>
                    <a:pt x="536" y="846"/>
                    <a:pt x="533" y="852"/>
                    <a:pt x="531" y="853"/>
                  </a:cubicBezTo>
                  <a:cubicBezTo>
                    <a:pt x="531" y="853"/>
                    <a:pt x="528" y="855"/>
                    <a:pt x="529" y="857"/>
                  </a:cubicBezTo>
                  <a:cubicBezTo>
                    <a:pt x="529" y="857"/>
                    <a:pt x="533" y="860"/>
                    <a:pt x="532" y="864"/>
                  </a:cubicBezTo>
                  <a:cubicBezTo>
                    <a:pt x="532" y="864"/>
                    <a:pt x="532" y="865"/>
                    <a:pt x="531" y="865"/>
                  </a:cubicBezTo>
                  <a:cubicBezTo>
                    <a:pt x="531" y="865"/>
                    <a:pt x="530" y="866"/>
                    <a:pt x="529" y="866"/>
                  </a:cubicBezTo>
                  <a:cubicBezTo>
                    <a:pt x="529" y="866"/>
                    <a:pt x="528" y="866"/>
                    <a:pt x="528" y="866"/>
                  </a:cubicBezTo>
                  <a:cubicBezTo>
                    <a:pt x="528" y="866"/>
                    <a:pt x="524" y="868"/>
                    <a:pt x="522" y="868"/>
                  </a:cubicBezTo>
                  <a:cubicBezTo>
                    <a:pt x="522" y="868"/>
                    <a:pt x="520" y="868"/>
                    <a:pt x="517" y="868"/>
                  </a:cubicBezTo>
                  <a:cubicBezTo>
                    <a:pt x="517" y="868"/>
                    <a:pt x="517" y="867"/>
                    <a:pt x="516" y="868"/>
                  </a:cubicBezTo>
                  <a:cubicBezTo>
                    <a:pt x="516" y="868"/>
                    <a:pt x="512" y="873"/>
                    <a:pt x="507" y="869"/>
                  </a:cubicBezTo>
                  <a:cubicBezTo>
                    <a:pt x="507" y="869"/>
                    <a:pt x="506" y="868"/>
                    <a:pt x="505" y="867"/>
                  </a:cubicBezTo>
                  <a:cubicBezTo>
                    <a:pt x="504" y="867"/>
                    <a:pt x="503" y="866"/>
                    <a:pt x="502" y="866"/>
                  </a:cubicBezTo>
                  <a:cubicBezTo>
                    <a:pt x="502" y="866"/>
                    <a:pt x="496" y="862"/>
                    <a:pt x="494" y="861"/>
                  </a:cubicBezTo>
                  <a:cubicBezTo>
                    <a:pt x="494" y="861"/>
                    <a:pt x="490" y="858"/>
                    <a:pt x="490" y="856"/>
                  </a:cubicBezTo>
                  <a:cubicBezTo>
                    <a:pt x="490" y="856"/>
                    <a:pt x="489" y="853"/>
                    <a:pt x="487" y="853"/>
                  </a:cubicBezTo>
                  <a:cubicBezTo>
                    <a:pt x="487" y="853"/>
                    <a:pt x="486" y="853"/>
                    <a:pt x="486" y="851"/>
                  </a:cubicBezTo>
                  <a:cubicBezTo>
                    <a:pt x="486" y="851"/>
                    <a:pt x="486" y="851"/>
                    <a:pt x="486" y="851"/>
                  </a:cubicBezTo>
                  <a:cubicBezTo>
                    <a:pt x="486" y="851"/>
                    <a:pt x="486" y="851"/>
                    <a:pt x="486" y="850"/>
                  </a:cubicBezTo>
                  <a:cubicBezTo>
                    <a:pt x="486" y="850"/>
                    <a:pt x="485" y="849"/>
                    <a:pt x="487" y="846"/>
                  </a:cubicBezTo>
                  <a:cubicBezTo>
                    <a:pt x="487" y="846"/>
                    <a:pt x="489" y="844"/>
                    <a:pt x="491" y="843"/>
                  </a:cubicBezTo>
                  <a:cubicBezTo>
                    <a:pt x="491" y="843"/>
                    <a:pt x="495" y="839"/>
                    <a:pt x="498" y="837"/>
                  </a:cubicBezTo>
                  <a:cubicBezTo>
                    <a:pt x="498" y="837"/>
                    <a:pt x="499" y="836"/>
                    <a:pt x="500" y="835"/>
                  </a:cubicBezTo>
                  <a:cubicBezTo>
                    <a:pt x="501" y="834"/>
                    <a:pt x="502" y="833"/>
                    <a:pt x="502" y="833"/>
                  </a:cubicBezTo>
                  <a:cubicBezTo>
                    <a:pt x="502" y="833"/>
                    <a:pt x="504" y="831"/>
                    <a:pt x="506" y="830"/>
                  </a:cubicBezTo>
                  <a:cubicBezTo>
                    <a:pt x="506" y="830"/>
                    <a:pt x="509" y="829"/>
                    <a:pt x="509" y="828"/>
                  </a:cubicBezTo>
                  <a:cubicBezTo>
                    <a:pt x="509" y="828"/>
                    <a:pt x="509" y="825"/>
                    <a:pt x="509" y="824"/>
                  </a:cubicBezTo>
                  <a:cubicBezTo>
                    <a:pt x="507" y="809"/>
                    <a:pt x="507" y="809"/>
                    <a:pt x="507" y="809"/>
                  </a:cubicBezTo>
                  <a:cubicBezTo>
                    <a:pt x="507" y="809"/>
                    <a:pt x="507" y="808"/>
                    <a:pt x="508" y="809"/>
                  </a:cubicBezTo>
                  <a:cubicBezTo>
                    <a:pt x="508" y="809"/>
                    <a:pt x="509" y="809"/>
                    <a:pt x="510" y="809"/>
                  </a:cubicBezTo>
                  <a:cubicBezTo>
                    <a:pt x="510" y="809"/>
                    <a:pt x="512" y="808"/>
                    <a:pt x="513" y="812"/>
                  </a:cubicBezTo>
                  <a:cubicBezTo>
                    <a:pt x="513" y="812"/>
                    <a:pt x="515" y="816"/>
                    <a:pt x="516" y="820"/>
                  </a:cubicBezTo>
                  <a:cubicBezTo>
                    <a:pt x="516" y="820"/>
                    <a:pt x="516" y="825"/>
                    <a:pt x="516" y="826"/>
                  </a:cubicBezTo>
                  <a:cubicBezTo>
                    <a:pt x="516" y="826"/>
                    <a:pt x="516" y="828"/>
                    <a:pt x="518" y="828"/>
                  </a:cubicBezTo>
                  <a:cubicBezTo>
                    <a:pt x="518" y="828"/>
                    <a:pt x="520" y="828"/>
                    <a:pt x="523" y="828"/>
                  </a:cubicBezTo>
                  <a:cubicBezTo>
                    <a:pt x="527" y="829"/>
                    <a:pt x="531" y="829"/>
                    <a:pt x="533" y="829"/>
                  </a:cubicBezTo>
                  <a:cubicBezTo>
                    <a:pt x="533" y="829"/>
                    <a:pt x="537" y="830"/>
                    <a:pt x="541" y="835"/>
                  </a:cubicBezTo>
                  <a:cubicBezTo>
                    <a:pt x="541" y="835"/>
                    <a:pt x="542" y="835"/>
                    <a:pt x="540" y="838"/>
                  </a:cubicBezTo>
                  <a:close/>
                  <a:moveTo>
                    <a:pt x="604" y="809"/>
                  </a:moveTo>
                  <a:cubicBezTo>
                    <a:pt x="604" y="809"/>
                    <a:pt x="603" y="809"/>
                    <a:pt x="603" y="811"/>
                  </a:cubicBezTo>
                  <a:cubicBezTo>
                    <a:pt x="603" y="811"/>
                    <a:pt x="602" y="814"/>
                    <a:pt x="603" y="816"/>
                  </a:cubicBezTo>
                  <a:cubicBezTo>
                    <a:pt x="603" y="816"/>
                    <a:pt x="603" y="818"/>
                    <a:pt x="602" y="821"/>
                  </a:cubicBezTo>
                  <a:cubicBezTo>
                    <a:pt x="602" y="821"/>
                    <a:pt x="598" y="826"/>
                    <a:pt x="601" y="831"/>
                  </a:cubicBezTo>
                  <a:cubicBezTo>
                    <a:pt x="601" y="831"/>
                    <a:pt x="604" y="834"/>
                    <a:pt x="601" y="836"/>
                  </a:cubicBezTo>
                  <a:cubicBezTo>
                    <a:pt x="601" y="836"/>
                    <a:pt x="600" y="837"/>
                    <a:pt x="599" y="840"/>
                  </a:cubicBezTo>
                  <a:cubicBezTo>
                    <a:pt x="599" y="840"/>
                    <a:pt x="599" y="842"/>
                    <a:pt x="599" y="842"/>
                  </a:cubicBezTo>
                  <a:cubicBezTo>
                    <a:pt x="599" y="842"/>
                    <a:pt x="598" y="844"/>
                    <a:pt x="598" y="845"/>
                  </a:cubicBezTo>
                  <a:cubicBezTo>
                    <a:pt x="598" y="845"/>
                    <a:pt x="598" y="847"/>
                    <a:pt x="595" y="848"/>
                  </a:cubicBezTo>
                  <a:cubicBezTo>
                    <a:pt x="595" y="848"/>
                    <a:pt x="593" y="850"/>
                    <a:pt x="592" y="851"/>
                  </a:cubicBezTo>
                  <a:cubicBezTo>
                    <a:pt x="592" y="851"/>
                    <a:pt x="591" y="853"/>
                    <a:pt x="590" y="853"/>
                  </a:cubicBezTo>
                  <a:cubicBezTo>
                    <a:pt x="590" y="853"/>
                    <a:pt x="590" y="853"/>
                    <a:pt x="590" y="854"/>
                  </a:cubicBezTo>
                  <a:cubicBezTo>
                    <a:pt x="590" y="854"/>
                    <a:pt x="589" y="856"/>
                    <a:pt x="586" y="857"/>
                  </a:cubicBezTo>
                  <a:cubicBezTo>
                    <a:pt x="586" y="857"/>
                    <a:pt x="586" y="850"/>
                    <a:pt x="586" y="848"/>
                  </a:cubicBezTo>
                  <a:cubicBezTo>
                    <a:pt x="586" y="848"/>
                    <a:pt x="586" y="845"/>
                    <a:pt x="586" y="843"/>
                  </a:cubicBezTo>
                  <a:cubicBezTo>
                    <a:pt x="586" y="843"/>
                    <a:pt x="586" y="840"/>
                    <a:pt x="588" y="840"/>
                  </a:cubicBezTo>
                  <a:cubicBezTo>
                    <a:pt x="588" y="840"/>
                    <a:pt x="588" y="841"/>
                    <a:pt x="588" y="840"/>
                  </a:cubicBezTo>
                  <a:cubicBezTo>
                    <a:pt x="588" y="840"/>
                    <a:pt x="590" y="836"/>
                    <a:pt x="590" y="835"/>
                  </a:cubicBezTo>
                  <a:cubicBezTo>
                    <a:pt x="590" y="835"/>
                    <a:pt x="588" y="834"/>
                    <a:pt x="588" y="834"/>
                  </a:cubicBezTo>
                  <a:cubicBezTo>
                    <a:pt x="588" y="834"/>
                    <a:pt x="587" y="833"/>
                    <a:pt x="587" y="832"/>
                  </a:cubicBezTo>
                  <a:cubicBezTo>
                    <a:pt x="587" y="832"/>
                    <a:pt x="587" y="832"/>
                    <a:pt x="586" y="831"/>
                  </a:cubicBezTo>
                  <a:cubicBezTo>
                    <a:pt x="586" y="831"/>
                    <a:pt x="584" y="830"/>
                    <a:pt x="584" y="831"/>
                  </a:cubicBezTo>
                  <a:cubicBezTo>
                    <a:pt x="584" y="831"/>
                    <a:pt x="584" y="831"/>
                    <a:pt x="582" y="831"/>
                  </a:cubicBezTo>
                  <a:cubicBezTo>
                    <a:pt x="582" y="831"/>
                    <a:pt x="573" y="829"/>
                    <a:pt x="577" y="827"/>
                  </a:cubicBezTo>
                  <a:cubicBezTo>
                    <a:pt x="577" y="827"/>
                    <a:pt x="582" y="827"/>
                    <a:pt x="585" y="822"/>
                  </a:cubicBezTo>
                  <a:cubicBezTo>
                    <a:pt x="585" y="822"/>
                    <a:pt x="586" y="822"/>
                    <a:pt x="587" y="814"/>
                  </a:cubicBezTo>
                  <a:cubicBezTo>
                    <a:pt x="587" y="814"/>
                    <a:pt x="587" y="813"/>
                    <a:pt x="586" y="813"/>
                  </a:cubicBezTo>
                  <a:cubicBezTo>
                    <a:pt x="586" y="813"/>
                    <a:pt x="585" y="812"/>
                    <a:pt x="586" y="812"/>
                  </a:cubicBezTo>
                  <a:cubicBezTo>
                    <a:pt x="586" y="812"/>
                    <a:pt x="586" y="811"/>
                    <a:pt x="585" y="810"/>
                  </a:cubicBezTo>
                  <a:cubicBezTo>
                    <a:pt x="585" y="810"/>
                    <a:pt x="584" y="809"/>
                    <a:pt x="585" y="808"/>
                  </a:cubicBezTo>
                  <a:cubicBezTo>
                    <a:pt x="585" y="808"/>
                    <a:pt x="585" y="807"/>
                    <a:pt x="584" y="806"/>
                  </a:cubicBezTo>
                  <a:cubicBezTo>
                    <a:pt x="584" y="806"/>
                    <a:pt x="584" y="806"/>
                    <a:pt x="584" y="805"/>
                  </a:cubicBezTo>
                  <a:cubicBezTo>
                    <a:pt x="584" y="805"/>
                    <a:pt x="584" y="805"/>
                    <a:pt x="583" y="803"/>
                  </a:cubicBezTo>
                  <a:cubicBezTo>
                    <a:pt x="583" y="803"/>
                    <a:pt x="583" y="803"/>
                    <a:pt x="584" y="802"/>
                  </a:cubicBezTo>
                  <a:cubicBezTo>
                    <a:pt x="584" y="802"/>
                    <a:pt x="585" y="803"/>
                    <a:pt x="584" y="801"/>
                  </a:cubicBezTo>
                  <a:cubicBezTo>
                    <a:pt x="584" y="801"/>
                    <a:pt x="583" y="800"/>
                    <a:pt x="582" y="799"/>
                  </a:cubicBezTo>
                  <a:cubicBezTo>
                    <a:pt x="581" y="798"/>
                    <a:pt x="581" y="798"/>
                    <a:pt x="581" y="798"/>
                  </a:cubicBezTo>
                  <a:cubicBezTo>
                    <a:pt x="577" y="791"/>
                    <a:pt x="577" y="791"/>
                    <a:pt x="577" y="791"/>
                  </a:cubicBezTo>
                  <a:cubicBezTo>
                    <a:pt x="577" y="791"/>
                    <a:pt x="574" y="788"/>
                    <a:pt x="578" y="789"/>
                  </a:cubicBezTo>
                  <a:cubicBezTo>
                    <a:pt x="578" y="789"/>
                    <a:pt x="581" y="788"/>
                    <a:pt x="584" y="789"/>
                  </a:cubicBezTo>
                  <a:cubicBezTo>
                    <a:pt x="584" y="789"/>
                    <a:pt x="587" y="789"/>
                    <a:pt x="589" y="789"/>
                  </a:cubicBezTo>
                  <a:cubicBezTo>
                    <a:pt x="589" y="789"/>
                    <a:pt x="590" y="788"/>
                    <a:pt x="591" y="792"/>
                  </a:cubicBezTo>
                  <a:cubicBezTo>
                    <a:pt x="591" y="792"/>
                    <a:pt x="593" y="795"/>
                    <a:pt x="593" y="795"/>
                  </a:cubicBezTo>
                  <a:cubicBezTo>
                    <a:pt x="593" y="795"/>
                    <a:pt x="598" y="796"/>
                    <a:pt x="599" y="797"/>
                  </a:cubicBezTo>
                  <a:cubicBezTo>
                    <a:pt x="599" y="797"/>
                    <a:pt x="599" y="797"/>
                    <a:pt x="599" y="796"/>
                  </a:cubicBezTo>
                  <a:cubicBezTo>
                    <a:pt x="599" y="796"/>
                    <a:pt x="601" y="796"/>
                    <a:pt x="603" y="798"/>
                  </a:cubicBezTo>
                  <a:cubicBezTo>
                    <a:pt x="603" y="798"/>
                    <a:pt x="602" y="800"/>
                    <a:pt x="604" y="799"/>
                  </a:cubicBezTo>
                  <a:cubicBezTo>
                    <a:pt x="604" y="799"/>
                    <a:pt x="606" y="799"/>
                    <a:pt x="606" y="802"/>
                  </a:cubicBezTo>
                  <a:cubicBezTo>
                    <a:pt x="606" y="802"/>
                    <a:pt x="607" y="806"/>
                    <a:pt x="604" y="809"/>
                  </a:cubicBezTo>
                  <a:close/>
                  <a:moveTo>
                    <a:pt x="632" y="834"/>
                  </a:moveTo>
                  <a:cubicBezTo>
                    <a:pt x="632" y="834"/>
                    <a:pt x="631" y="837"/>
                    <a:pt x="628" y="838"/>
                  </a:cubicBezTo>
                  <a:cubicBezTo>
                    <a:pt x="628" y="838"/>
                    <a:pt x="626" y="839"/>
                    <a:pt x="624" y="839"/>
                  </a:cubicBezTo>
                  <a:cubicBezTo>
                    <a:pt x="624" y="839"/>
                    <a:pt x="622" y="839"/>
                    <a:pt x="622" y="838"/>
                  </a:cubicBezTo>
                  <a:cubicBezTo>
                    <a:pt x="622" y="838"/>
                    <a:pt x="621" y="838"/>
                    <a:pt x="620" y="839"/>
                  </a:cubicBezTo>
                  <a:cubicBezTo>
                    <a:pt x="620" y="839"/>
                    <a:pt x="619" y="839"/>
                    <a:pt x="618" y="837"/>
                  </a:cubicBezTo>
                  <a:cubicBezTo>
                    <a:pt x="618" y="837"/>
                    <a:pt x="616" y="836"/>
                    <a:pt x="616" y="834"/>
                  </a:cubicBezTo>
                  <a:cubicBezTo>
                    <a:pt x="616" y="834"/>
                    <a:pt x="616" y="831"/>
                    <a:pt x="615" y="829"/>
                  </a:cubicBezTo>
                  <a:cubicBezTo>
                    <a:pt x="615" y="829"/>
                    <a:pt x="613" y="824"/>
                    <a:pt x="616" y="825"/>
                  </a:cubicBezTo>
                  <a:cubicBezTo>
                    <a:pt x="616" y="825"/>
                    <a:pt x="617" y="825"/>
                    <a:pt x="619" y="824"/>
                  </a:cubicBezTo>
                  <a:cubicBezTo>
                    <a:pt x="619" y="824"/>
                    <a:pt x="622" y="825"/>
                    <a:pt x="626" y="826"/>
                  </a:cubicBezTo>
                  <a:cubicBezTo>
                    <a:pt x="626" y="826"/>
                    <a:pt x="629" y="828"/>
                    <a:pt x="630" y="828"/>
                  </a:cubicBezTo>
                  <a:cubicBezTo>
                    <a:pt x="630" y="828"/>
                    <a:pt x="632" y="828"/>
                    <a:pt x="632" y="831"/>
                  </a:cubicBezTo>
                  <a:cubicBezTo>
                    <a:pt x="632" y="831"/>
                    <a:pt x="632" y="832"/>
                    <a:pt x="632" y="833"/>
                  </a:cubicBezTo>
                  <a:cubicBezTo>
                    <a:pt x="632" y="833"/>
                    <a:pt x="632" y="834"/>
                    <a:pt x="632" y="834"/>
                  </a:cubicBezTo>
                  <a:close/>
                  <a:moveTo>
                    <a:pt x="667" y="773"/>
                  </a:moveTo>
                  <a:cubicBezTo>
                    <a:pt x="667" y="773"/>
                    <a:pt x="665" y="772"/>
                    <a:pt x="664" y="772"/>
                  </a:cubicBezTo>
                  <a:cubicBezTo>
                    <a:pt x="664" y="772"/>
                    <a:pt x="662" y="770"/>
                    <a:pt x="662" y="773"/>
                  </a:cubicBezTo>
                  <a:cubicBezTo>
                    <a:pt x="662" y="773"/>
                    <a:pt x="656" y="778"/>
                    <a:pt x="656" y="783"/>
                  </a:cubicBezTo>
                  <a:cubicBezTo>
                    <a:pt x="656" y="783"/>
                    <a:pt x="656" y="784"/>
                    <a:pt x="657" y="785"/>
                  </a:cubicBezTo>
                  <a:cubicBezTo>
                    <a:pt x="657" y="785"/>
                    <a:pt x="657" y="788"/>
                    <a:pt x="656" y="789"/>
                  </a:cubicBezTo>
                  <a:cubicBezTo>
                    <a:pt x="656" y="789"/>
                    <a:pt x="656" y="792"/>
                    <a:pt x="655" y="793"/>
                  </a:cubicBezTo>
                  <a:cubicBezTo>
                    <a:pt x="655" y="793"/>
                    <a:pt x="654" y="793"/>
                    <a:pt x="653" y="794"/>
                  </a:cubicBezTo>
                  <a:cubicBezTo>
                    <a:pt x="653" y="794"/>
                    <a:pt x="653" y="794"/>
                    <a:pt x="652" y="794"/>
                  </a:cubicBezTo>
                  <a:cubicBezTo>
                    <a:pt x="652" y="794"/>
                    <a:pt x="647" y="794"/>
                    <a:pt x="648" y="791"/>
                  </a:cubicBezTo>
                  <a:cubicBezTo>
                    <a:pt x="648" y="791"/>
                    <a:pt x="648" y="787"/>
                    <a:pt x="648" y="785"/>
                  </a:cubicBezTo>
                  <a:cubicBezTo>
                    <a:pt x="648" y="785"/>
                    <a:pt x="646" y="782"/>
                    <a:pt x="649" y="781"/>
                  </a:cubicBezTo>
                  <a:cubicBezTo>
                    <a:pt x="649" y="781"/>
                    <a:pt x="651" y="780"/>
                    <a:pt x="652" y="780"/>
                  </a:cubicBezTo>
                  <a:cubicBezTo>
                    <a:pt x="652" y="780"/>
                    <a:pt x="653" y="780"/>
                    <a:pt x="654" y="779"/>
                  </a:cubicBezTo>
                  <a:cubicBezTo>
                    <a:pt x="654" y="779"/>
                    <a:pt x="659" y="773"/>
                    <a:pt x="661" y="770"/>
                  </a:cubicBezTo>
                  <a:cubicBezTo>
                    <a:pt x="661" y="770"/>
                    <a:pt x="662" y="769"/>
                    <a:pt x="660" y="767"/>
                  </a:cubicBezTo>
                  <a:cubicBezTo>
                    <a:pt x="660" y="767"/>
                    <a:pt x="654" y="762"/>
                    <a:pt x="650" y="760"/>
                  </a:cubicBezTo>
                  <a:cubicBezTo>
                    <a:pt x="650" y="760"/>
                    <a:pt x="645" y="758"/>
                    <a:pt x="642" y="759"/>
                  </a:cubicBezTo>
                  <a:cubicBezTo>
                    <a:pt x="642" y="759"/>
                    <a:pt x="634" y="758"/>
                    <a:pt x="640" y="756"/>
                  </a:cubicBezTo>
                  <a:cubicBezTo>
                    <a:pt x="640" y="756"/>
                    <a:pt x="645" y="754"/>
                    <a:pt x="654" y="760"/>
                  </a:cubicBezTo>
                  <a:cubicBezTo>
                    <a:pt x="654" y="760"/>
                    <a:pt x="660" y="764"/>
                    <a:pt x="661" y="767"/>
                  </a:cubicBezTo>
                  <a:cubicBezTo>
                    <a:pt x="661" y="767"/>
                    <a:pt x="662" y="768"/>
                    <a:pt x="663" y="767"/>
                  </a:cubicBezTo>
                  <a:cubicBezTo>
                    <a:pt x="663" y="767"/>
                    <a:pt x="666" y="765"/>
                    <a:pt x="664" y="763"/>
                  </a:cubicBezTo>
                  <a:cubicBezTo>
                    <a:pt x="664" y="763"/>
                    <a:pt x="661" y="757"/>
                    <a:pt x="650" y="750"/>
                  </a:cubicBezTo>
                  <a:cubicBezTo>
                    <a:pt x="650" y="750"/>
                    <a:pt x="646" y="747"/>
                    <a:pt x="644" y="748"/>
                  </a:cubicBezTo>
                  <a:cubicBezTo>
                    <a:pt x="644" y="748"/>
                    <a:pt x="642" y="747"/>
                    <a:pt x="644" y="747"/>
                  </a:cubicBezTo>
                  <a:cubicBezTo>
                    <a:pt x="644" y="747"/>
                    <a:pt x="649" y="745"/>
                    <a:pt x="656" y="750"/>
                  </a:cubicBezTo>
                  <a:cubicBezTo>
                    <a:pt x="656" y="750"/>
                    <a:pt x="661" y="754"/>
                    <a:pt x="664" y="758"/>
                  </a:cubicBezTo>
                  <a:cubicBezTo>
                    <a:pt x="664" y="758"/>
                    <a:pt x="666" y="760"/>
                    <a:pt x="665" y="758"/>
                  </a:cubicBezTo>
                  <a:cubicBezTo>
                    <a:pt x="665" y="758"/>
                    <a:pt x="664" y="756"/>
                    <a:pt x="665" y="755"/>
                  </a:cubicBezTo>
                  <a:cubicBezTo>
                    <a:pt x="665" y="755"/>
                    <a:pt x="665" y="755"/>
                    <a:pt x="665" y="754"/>
                  </a:cubicBezTo>
                  <a:cubicBezTo>
                    <a:pt x="665" y="754"/>
                    <a:pt x="664" y="753"/>
                    <a:pt x="664" y="752"/>
                  </a:cubicBezTo>
                  <a:cubicBezTo>
                    <a:pt x="664" y="752"/>
                    <a:pt x="665" y="752"/>
                    <a:pt x="663" y="752"/>
                  </a:cubicBezTo>
                  <a:cubicBezTo>
                    <a:pt x="663" y="752"/>
                    <a:pt x="662" y="751"/>
                    <a:pt x="661" y="751"/>
                  </a:cubicBezTo>
                  <a:cubicBezTo>
                    <a:pt x="661" y="751"/>
                    <a:pt x="656" y="751"/>
                    <a:pt x="660" y="750"/>
                  </a:cubicBezTo>
                  <a:cubicBezTo>
                    <a:pt x="660" y="750"/>
                    <a:pt x="661" y="750"/>
                    <a:pt x="663" y="750"/>
                  </a:cubicBezTo>
                  <a:cubicBezTo>
                    <a:pt x="663" y="750"/>
                    <a:pt x="664" y="750"/>
                    <a:pt x="663" y="749"/>
                  </a:cubicBezTo>
                  <a:cubicBezTo>
                    <a:pt x="663" y="749"/>
                    <a:pt x="661" y="745"/>
                    <a:pt x="661" y="744"/>
                  </a:cubicBezTo>
                  <a:cubicBezTo>
                    <a:pt x="661" y="744"/>
                    <a:pt x="660" y="742"/>
                    <a:pt x="660" y="744"/>
                  </a:cubicBezTo>
                  <a:cubicBezTo>
                    <a:pt x="660" y="744"/>
                    <a:pt x="659" y="746"/>
                    <a:pt x="656" y="744"/>
                  </a:cubicBezTo>
                  <a:cubicBezTo>
                    <a:pt x="656" y="744"/>
                    <a:pt x="651" y="744"/>
                    <a:pt x="651" y="741"/>
                  </a:cubicBezTo>
                  <a:cubicBezTo>
                    <a:pt x="651" y="741"/>
                    <a:pt x="652" y="737"/>
                    <a:pt x="649" y="737"/>
                  </a:cubicBezTo>
                  <a:cubicBezTo>
                    <a:pt x="649" y="737"/>
                    <a:pt x="646" y="736"/>
                    <a:pt x="649" y="735"/>
                  </a:cubicBezTo>
                  <a:cubicBezTo>
                    <a:pt x="649" y="735"/>
                    <a:pt x="652" y="734"/>
                    <a:pt x="656" y="735"/>
                  </a:cubicBezTo>
                  <a:cubicBezTo>
                    <a:pt x="656" y="735"/>
                    <a:pt x="656" y="736"/>
                    <a:pt x="658" y="735"/>
                  </a:cubicBezTo>
                  <a:cubicBezTo>
                    <a:pt x="658" y="735"/>
                    <a:pt x="667" y="731"/>
                    <a:pt x="668" y="737"/>
                  </a:cubicBezTo>
                  <a:cubicBezTo>
                    <a:pt x="668" y="737"/>
                    <a:pt x="667" y="741"/>
                    <a:pt x="669" y="744"/>
                  </a:cubicBezTo>
                  <a:cubicBezTo>
                    <a:pt x="669" y="744"/>
                    <a:pt x="669" y="746"/>
                    <a:pt x="669" y="747"/>
                  </a:cubicBezTo>
                  <a:cubicBezTo>
                    <a:pt x="669" y="747"/>
                    <a:pt x="669" y="748"/>
                    <a:pt x="670" y="750"/>
                  </a:cubicBezTo>
                  <a:cubicBezTo>
                    <a:pt x="670" y="750"/>
                    <a:pt x="671" y="750"/>
                    <a:pt x="670" y="751"/>
                  </a:cubicBezTo>
                  <a:cubicBezTo>
                    <a:pt x="670" y="751"/>
                    <a:pt x="670" y="753"/>
                    <a:pt x="670" y="755"/>
                  </a:cubicBezTo>
                  <a:cubicBezTo>
                    <a:pt x="670" y="755"/>
                    <a:pt x="669" y="758"/>
                    <a:pt x="671" y="756"/>
                  </a:cubicBezTo>
                  <a:cubicBezTo>
                    <a:pt x="671" y="756"/>
                    <a:pt x="676" y="749"/>
                    <a:pt x="678" y="746"/>
                  </a:cubicBezTo>
                  <a:cubicBezTo>
                    <a:pt x="678" y="746"/>
                    <a:pt x="680" y="744"/>
                    <a:pt x="677" y="744"/>
                  </a:cubicBezTo>
                  <a:cubicBezTo>
                    <a:pt x="677" y="744"/>
                    <a:pt x="674" y="743"/>
                    <a:pt x="672" y="742"/>
                  </a:cubicBezTo>
                  <a:cubicBezTo>
                    <a:pt x="672" y="742"/>
                    <a:pt x="670" y="741"/>
                    <a:pt x="672" y="740"/>
                  </a:cubicBezTo>
                  <a:cubicBezTo>
                    <a:pt x="672" y="740"/>
                    <a:pt x="674" y="741"/>
                    <a:pt x="674" y="740"/>
                  </a:cubicBezTo>
                  <a:cubicBezTo>
                    <a:pt x="674" y="740"/>
                    <a:pt x="673" y="739"/>
                    <a:pt x="674" y="739"/>
                  </a:cubicBezTo>
                  <a:cubicBezTo>
                    <a:pt x="674" y="739"/>
                    <a:pt x="676" y="739"/>
                    <a:pt x="676" y="737"/>
                  </a:cubicBezTo>
                  <a:cubicBezTo>
                    <a:pt x="676" y="737"/>
                    <a:pt x="675" y="734"/>
                    <a:pt x="674" y="735"/>
                  </a:cubicBezTo>
                  <a:cubicBezTo>
                    <a:pt x="674" y="735"/>
                    <a:pt x="670" y="735"/>
                    <a:pt x="669" y="733"/>
                  </a:cubicBezTo>
                  <a:cubicBezTo>
                    <a:pt x="669" y="733"/>
                    <a:pt x="667" y="732"/>
                    <a:pt x="667" y="731"/>
                  </a:cubicBezTo>
                  <a:cubicBezTo>
                    <a:pt x="667" y="731"/>
                    <a:pt x="667" y="730"/>
                    <a:pt x="669" y="731"/>
                  </a:cubicBezTo>
                  <a:cubicBezTo>
                    <a:pt x="669" y="731"/>
                    <a:pt x="673" y="733"/>
                    <a:pt x="671" y="730"/>
                  </a:cubicBezTo>
                  <a:cubicBezTo>
                    <a:pt x="669" y="728"/>
                    <a:pt x="669" y="728"/>
                    <a:pt x="669" y="728"/>
                  </a:cubicBezTo>
                  <a:cubicBezTo>
                    <a:pt x="669" y="728"/>
                    <a:pt x="669" y="726"/>
                    <a:pt x="666" y="728"/>
                  </a:cubicBezTo>
                  <a:cubicBezTo>
                    <a:pt x="666" y="728"/>
                    <a:pt x="660" y="729"/>
                    <a:pt x="662" y="727"/>
                  </a:cubicBezTo>
                  <a:cubicBezTo>
                    <a:pt x="662" y="727"/>
                    <a:pt x="664" y="726"/>
                    <a:pt x="663" y="725"/>
                  </a:cubicBezTo>
                  <a:cubicBezTo>
                    <a:pt x="663" y="725"/>
                    <a:pt x="663" y="724"/>
                    <a:pt x="665" y="723"/>
                  </a:cubicBezTo>
                  <a:cubicBezTo>
                    <a:pt x="665" y="723"/>
                    <a:pt x="666" y="722"/>
                    <a:pt x="665" y="721"/>
                  </a:cubicBezTo>
                  <a:cubicBezTo>
                    <a:pt x="665" y="721"/>
                    <a:pt x="665" y="721"/>
                    <a:pt x="668" y="720"/>
                  </a:cubicBezTo>
                  <a:cubicBezTo>
                    <a:pt x="668" y="720"/>
                    <a:pt x="676" y="717"/>
                    <a:pt x="677" y="721"/>
                  </a:cubicBezTo>
                  <a:cubicBezTo>
                    <a:pt x="677" y="721"/>
                    <a:pt x="678" y="723"/>
                    <a:pt x="677" y="725"/>
                  </a:cubicBezTo>
                  <a:cubicBezTo>
                    <a:pt x="677" y="725"/>
                    <a:pt x="676" y="725"/>
                    <a:pt x="677" y="729"/>
                  </a:cubicBezTo>
                  <a:cubicBezTo>
                    <a:pt x="677" y="729"/>
                    <a:pt x="677" y="731"/>
                    <a:pt x="679" y="732"/>
                  </a:cubicBezTo>
                  <a:cubicBezTo>
                    <a:pt x="679" y="732"/>
                    <a:pt x="680" y="734"/>
                    <a:pt x="681" y="736"/>
                  </a:cubicBezTo>
                  <a:cubicBezTo>
                    <a:pt x="681" y="736"/>
                    <a:pt x="683" y="739"/>
                    <a:pt x="683" y="740"/>
                  </a:cubicBezTo>
                  <a:cubicBezTo>
                    <a:pt x="683" y="740"/>
                    <a:pt x="683" y="742"/>
                    <a:pt x="684" y="741"/>
                  </a:cubicBezTo>
                  <a:cubicBezTo>
                    <a:pt x="684" y="741"/>
                    <a:pt x="692" y="731"/>
                    <a:pt x="698" y="734"/>
                  </a:cubicBezTo>
                  <a:cubicBezTo>
                    <a:pt x="698" y="734"/>
                    <a:pt x="701" y="733"/>
                    <a:pt x="697" y="738"/>
                  </a:cubicBezTo>
                  <a:cubicBezTo>
                    <a:pt x="697" y="738"/>
                    <a:pt x="696" y="740"/>
                    <a:pt x="695" y="740"/>
                  </a:cubicBezTo>
                  <a:cubicBezTo>
                    <a:pt x="688" y="743"/>
                    <a:pt x="688" y="743"/>
                    <a:pt x="688" y="743"/>
                  </a:cubicBezTo>
                  <a:cubicBezTo>
                    <a:pt x="688" y="743"/>
                    <a:pt x="686" y="744"/>
                    <a:pt x="689" y="742"/>
                  </a:cubicBezTo>
                  <a:cubicBezTo>
                    <a:pt x="689" y="742"/>
                    <a:pt x="692" y="739"/>
                    <a:pt x="692" y="738"/>
                  </a:cubicBezTo>
                  <a:cubicBezTo>
                    <a:pt x="692" y="738"/>
                    <a:pt x="692" y="736"/>
                    <a:pt x="691" y="738"/>
                  </a:cubicBezTo>
                  <a:cubicBezTo>
                    <a:pt x="691" y="738"/>
                    <a:pt x="687" y="741"/>
                    <a:pt x="686" y="742"/>
                  </a:cubicBezTo>
                  <a:cubicBezTo>
                    <a:pt x="686" y="742"/>
                    <a:pt x="684" y="743"/>
                    <a:pt x="685" y="745"/>
                  </a:cubicBezTo>
                  <a:cubicBezTo>
                    <a:pt x="685" y="745"/>
                    <a:pt x="685" y="746"/>
                    <a:pt x="685" y="746"/>
                  </a:cubicBezTo>
                  <a:cubicBezTo>
                    <a:pt x="685" y="746"/>
                    <a:pt x="685" y="747"/>
                    <a:pt x="685" y="747"/>
                  </a:cubicBezTo>
                  <a:cubicBezTo>
                    <a:pt x="685" y="747"/>
                    <a:pt x="687" y="751"/>
                    <a:pt x="684" y="751"/>
                  </a:cubicBezTo>
                  <a:cubicBezTo>
                    <a:pt x="684" y="751"/>
                    <a:pt x="681" y="751"/>
                    <a:pt x="680" y="749"/>
                  </a:cubicBezTo>
                  <a:cubicBezTo>
                    <a:pt x="680" y="749"/>
                    <a:pt x="679" y="747"/>
                    <a:pt x="678" y="750"/>
                  </a:cubicBezTo>
                  <a:cubicBezTo>
                    <a:pt x="678" y="750"/>
                    <a:pt x="675" y="755"/>
                    <a:pt x="673" y="757"/>
                  </a:cubicBezTo>
                  <a:cubicBezTo>
                    <a:pt x="673" y="757"/>
                    <a:pt x="668" y="762"/>
                    <a:pt x="669" y="763"/>
                  </a:cubicBezTo>
                  <a:cubicBezTo>
                    <a:pt x="669" y="763"/>
                    <a:pt x="671" y="765"/>
                    <a:pt x="670" y="765"/>
                  </a:cubicBezTo>
                  <a:cubicBezTo>
                    <a:pt x="670" y="765"/>
                    <a:pt x="669" y="766"/>
                    <a:pt x="667" y="765"/>
                  </a:cubicBezTo>
                  <a:cubicBezTo>
                    <a:pt x="667" y="765"/>
                    <a:pt x="667" y="765"/>
                    <a:pt x="666" y="767"/>
                  </a:cubicBezTo>
                  <a:cubicBezTo>
                    <a:pt x="666" y="767"/>
                    <a:pt x="663" y="770"/>
                    <a:pt x="665" y="771"/>
                  </a:cubicBezTo>
                  <a:cubicBezTo>
                    <a:pt x="665" y="771"/>
                    <a:pt x="666" y="771"/>
                    <a:pt x="667" y="772"/>
                  </a:cubicBezTo>
                  <a:cubicBezTo>
                    <a:pt x="667" y="772"/>
                    <a:pt x="669" y="772"/>
                    <a:pt x="667" y="773"/>
                  </a:cubicBezTo>
                  <a:close/>
                  <a:moveTo>
                    <a:pt x="706" y="796"/>
                  </a:moveTo>
                  <a:cubicBezTo>
                    <a:pt x="706" y="796"/>
                    <a:pt x="706" y="797"/>
                    <a:pt x="706" y="799"/>
                  </a:cubicBezTo>
                  <a:cubicBezTo>
                    <a:pt x="706" y="799"/>
                    <a:pt x="706" y="800"/>
                    <a:pt x="705" y="801"/>
                  </a:cubicBezTo>
                  <a:cubicBezTo>
                    <a:pt x="695" y="808"/>
                    <a:pt x="695" y="808"/>
                    <a:pt x="695" y="808"/>
                  </a:cubicBezTo>
                  <a:cubicBezTo>
                    <a:pt x="695" y="808"/>
                    <a:pt x="694" y="807"/>
                    <a:pt x="693" y="809"/>
                  </a:cubicBezTo>
                  <a:cubicBezTo>
                    <a:pt x="693" y="809"/>
                    <a:pt x="693" y="808"/>
                    <a:pt x="692" y="808"/>
                  </a:cubicBezTo>
                  <a:cubicBezTo>
                    <a:pt x="692" y="808"/>
                    <a:pt x="692" y="808"/>
                    <a:pt x="692" y="809"/>
                  </a:cubicBezTo>
                  <a:cubicBezTo>
                    <a:pt x="692" y="809"/>
                    <a:pt x="690" y="808"/>
                    <a:pt x="690" y="809"/>
                  </a:cubicBezTo>
                  <a:cubicBezTo>
                    <a:pt x="684" y="810"/>
                    <a:pt x="684" y="810"/>
                    <a:pt x="684" y="810"/>
                  </a:cubicBezTo>
                  <a:cubicBezTo>
                    <a:pt x="684" y="810"/>
                    <a:pt x="682" y="810"/>
                    <a:pt x="685" y="809"/>
                  </a:cubicBezTo>
                  <a:cubicBezTo>
                    <a:pt x="685" y="809"/>
                    <a:pt x="692" y="807"/>
                    <a:pt x="688" y="807"/>
                  </a:cubicBezTo>
                  <a:cubicBezTo>
                    <a:pt x="688" y="807"/>
                    <a:pt x="686" y="806"/>
                    <a:pt x="688" y="806"/>
                  </a:cubicBezTo>
                  <a:cubicBezTo>
                    <a:pt x="688" y="806"/>
                    <a:pt x="695" y="801"/>
                    <a:pt x="697" y="796"/>
                  </a:cubicBezTo>
                  <a:cubicBezTo>
                    <a:pt x="697" y="796"/>
                    <a:pt x="704" y="785"/>
                    <a:pt x="695" y="779"/>
                  </a:cubicBezTo>
                  <a:cubicBezTo>
                    <a:pt x="695" y="779"/>
                    <a:pt x="691" y="779"/>
                    <a:pt x="688" y="784"/>
                  </a:cubicBezTo>
                  <a:cubicBezTo>
                    <a:pt x="688" y="784"/>
                    <a:pt x="686" y="789"/>
                    <a:pt x="683" y="790"/>
                  </a:cubicBezTo>
                  <a:cubicBezTo>
                    <a:pt x="683" y="790"/>
                    <a:pt x="678" y="789"/>
                    <a:pt x="675" y="787"/>
                  </a:cubicBezTo>
                  <a:cubicBezTo>
                    <a:pt x="675" y="787"/>
                    <a:pt x="672" y="786"/>
                    <a:pt x="675" y="786"/>
                  </a:cubicBezTo>
                  <a:cubicBezTo>
                    <a:pt x="675" y="786"/>
                    <a:pt x="676" y="786"/>
                    <a:pt x="678" y="784"/>
                  </a:cubicBezTo>
                  <a:cubicBezTo>
                    <a:pt x="678" y="784"/>
                    <a:pt x="681" y="783"/>
                    <a:pt x="681" y="782"/>
                  </a:cubicBezTo>
                  <a:cubicBezTo>
                    <a:pt x="681" y="782"/>
                    <a:pt x="683" y="779"/>
                    <a:pt x="685" y="777"/>
                  </a:cubicBezTo>
                  <a:cubicBezTo>
                    <a:pt x="685" y="777"/>
                    <a:pt x="688" y="775"/>
                    <a:pt x="689" y="773"/>
                  </a:cubicBezTo>
                  <a:cubicBezTo>
                    <a:pt x="689" y="773"/>
                    <a:pt x="689" y="771"/>
                    <a:pt x="687" y="772"/>
                  </a:cubicBezTo>
                  <a:cubicBezTo>
                    <a:pt x="687" y="772"/>
                    <a:pt x="683" y="776"/>
                    <a:pt x="679" y="769"/>
                  </a:cubicBezTo>
                  <a:cubicBezTo>
                    <a:pt x="679" y="769"/>
                    <a:pt x="679" y="761"/>
                    <a:pt x="678" y="764"/>
                  </a:cubicBezTo>
                  <a:cubicBezTo>
                    <a:pt x="678" y="764"/>
                    <a:pt x="676" y="769"/>
                    <a:pt x="673" y="770"/>
                  </a:cubicBezTo>
                  <a:cubicBezTo>
                    <a:pt x="673" y="770"/>
                    <a:pt x="671" y="771"/>
                    <a:pt x="669" y="770"/>
                  </a:cubicBezTo>
                  <a:cubicBezTo>
                    <a:pt x="669" y="770"/>
                    <a:pt x="666" y="769"/>
                    <a:pt x="669" y="769"/>
                  </a:cubicBezTo>
                  <a:cubicBezTo>
                    <a:pt x="669" y="769"/>
                    <a:pt x="672" y="768"/>
                    <a:pt x="674" y="764"/>
                  </a:cubicBezTo>
                  <a:cubicBezTo>
                    <a:pt x="674" y="764"/>
                    <a:pt x="676" y="761"/>
                    <a:pt x="676" y="759"/>
                  </a:cubicBezTo>
                  <a:cubicBezTo>
                    <a:pt x="676" y="759"/>
                    <a:pt x="675" y="758"/>
                    <a:pt x="678" y="757"/>
                  </a:cubicBezTo>
                  <a:cubicBezTo>
                    <a:pt x="678" y="757"/>
                    <a:pt x="684" y="752"/>
                    <a:pt x="688" y="755"/>
                  </a:cubicBezTo>
                  <a:cubicBezTo>
                    <a:pt x="688" y="755"/>
                    <a:pt x="689" y="757"/>
                    <a:pt x="688" y="760"/>
                  </a:cubicBezTo>
                  <a:cubicBezTo>
                    <a:pt x="688" y="760"/>
                    <a:pt x="687" y="762"/>
                    <a:pt x="690" y="765"/>
                  </a:cubicBezTo>
                  <a:cubicBezTo>
                    <a:pt x="690" y="765"/>
                    <a:pt x="694" y="767"/>
                    <a:pt x="695" y="766"/>
                  </a:cubicBezTo>
                  <a:cubicBezTo>
                    <a:pt x="695" y="766"/>
                    <a:pt x="700" y="762"/>
                    <a:pt x="702" y="763"/>
                  </a:cubicBezTo>
                  <a:cubicBezTo>
                    <a:pt x="702" y="763"/>
                    <a:pt x="706" y="763"/>
                    <a:pt x="705" y="766"/>
                  </a:cubicBezTo>
                  <a:cubicBezTo>
                    <a:pt x="705" y="766"/>
                    <a:pt x="704" y="768"/>
                    <a:pt x="704" y="769"/>
                  </a:cubicBezTo>
                  <a:cubicBezTo>
                    <a:pt x="704" y="769"/>
                    <a:pt x="704" y="769"/>
                    <a:pt x="702" y="770"/>
                  </a:cubicBezTo>
                  <a:cubicBezTo>
                    <a:pt x="702" y="770"/>
                    <a:pt x="699" y="772"/>
                    <a:pt x="702" y="775"/>
                  </a:cubicBezTo>
                  <a:cubicBezTo>
                    <a:pt x="707" y="782"/>
                    <a:pt x="707" y="782"/>
                    <a:pt x="707" y="782"/>
                  </a:cubicBezTo>
                  <a:cubicBezTo>
                    <a:pt x="707" y="782"/>
                    <a:pt x="709" y="788"/>
                    <a:pt x="708" y="793"/>
                  </a:cubicBezTo>
                  <a:cubicBezTo>
                    <a:pt x="708" y="793"/>
                    <a:pt x="707" y="795"/>
                    <a:pt x="706" y="796"/>
                  </a:cubicBezTo>
                  <a:close/>
                  <a:moveTo>
                    <a:pt x="452" y="787"/>
                  </a:moveTo>
                  <a:cubicBezTo>
                    <a:pt x="268" y="787"/>
                    <a:pt x="119" y="638"/>
                    <a:pt x="119" y="454"/>
                  </a:cubicBezTo>
                  <a:cubicBezTo>
                    <a:pt x="119" y="270"/>
                    <a:pt x="268" y="121"/>
                    <a:pt x="452" y="121"/>
                  </a:cubicBezTo>
                  <a:cubicBezTo>
                    <a:pt x="636" y="121"/>
                    <a:pt x="785" y="270"/>
                    <a:pt x="785" y="454"/>
                  </a:cubicBezTo>
                  <a:cubicBezTo>
                    <a:pt x="785" y="638"/>
                    <a:pt x="636" y="787"/>
                    <a:pt x="452" y="787"/>
                  </a:cubicBezTo>
                  <a:close/>
                  <a:moveTo>
                    <a:pt x="779" y="318"/>
                  </a:moveTo>
                  <a:cubicBezTo>
                    <a:pt x="776" y="310"/>
                    <a:pt x="775" y="303"/>
                    <a:pt x="778" y="296"/>
                  </a:cubicBezTo>
                  <a:cubicBezTo>
                    <a:pt x="780" y="290"/>
                    <a:pt x="785" y="285"/>
                    <a:pt x="793" y="282"/>
                  </a:cubicBezTo>
                  <a:cubicBezTo>
                    <a:pt x="798" y="280"/>
                    <a:pt x="802" y="279"/>
                    <a:pt x="806" y="279"/>
                  </a:cubicBezTo>
                  <a:cubicBezTo>
                    <a:pt x="809" y="279"/>
                    <a:pt x="812" y="280"/>
                    <a:pt x="815" y="281"/>
                  </a:cubicBezTo>
                  <a:cubicBezTo>
                    <a:pt x="817" y="283"/>
                    <a:pt x="820" y="284"/>
                    <a:pt x="822" y="286"/>
                  </a:cubicBezTo>
                  <a:cubicBezTo>
                    <a:pt x="824" y="289"/>
                    <a:pt x="827" y="293"/>
                    <a:pt x="828" y="297"/>
                  </a:cubicBezTo>
                  <a:cubicBezTo>
                    <a:pt x="832" y="305"/>
                    <a:pt x="832" y="312"/>
                    <a:pt x="829" y="318"/>
                  </a:cubicBezTo>
                  <a:cubicBezTo>
                    <a:pt x="827" y="325"/>
                    <a:pt x="822" y="330"/>
                    <a:pt x="814" y="333"/>
                  </a:cubicBezTo>
                  <a:cubicBezTo>
                    <a:pt x="806" y="336"/>
                    <a:pt x="799" y="336"/>
                    <a:pt x="793" y="333"/>
                  </a:cubicBezTo>
                  <a:cubicBezTo>
                    <a:pt x="787" y="331"/>
                    <a:pt x="782" y="325"/>
                    <a:pt x="779" y="318"/>
                  </a:cubicBezTo>
                  <a:close/>
                  <a:moveTo>
                    <a:pt x="841" y="337"/>
                  </a:moveTo>
                  <a:cubicBezTo>
                    <a:pt x="844" y="348"/>
                    <a:pt x="844" y="348"/>
                    <a:pt x="844" y="348"/>
                  </a:cubicBezTo>
                  <a:cubicBezTo>
                    <a:pt x="803" y="358"/>
                    <a:pt x="803" y="358"/>
                    <a:pt x="803" y="358"/>
                  </a:cubicBezTo>
                  <a:cubicBezTo>
                    <a:pt x="810" y="386"/>
                    <a:pt x="810" y="386"/>
                    <a:pt x="810" y="386"/>
                  </a:cubicBezTo>
                  <a:cubicBezTo>
                    <a:pt x="801" y="388"/>
                    <a:pt x="801" y="388"/>
                    <a:pt x="801" y="388"/>
                  </a:cubicBezTo>
                  <a:cubicBezTo>
                    <a:pt x="792" y="349"/>
                    <a:pt x="792" y="349"/>
                    <a:pt x="792" y="349"/>
                  </a:cubicBezTo>
                  <a:lnTo>
                    <a:pt x="841" y="337"/>
                  </a:lnTo>
                  <a:close/>
                  <a:moveTo>
                    <a:pt x="852" y="525"/>
                  </a:moveTo>
                  <a:cubicBezTo>
                    <a:pt x="816" y="528"/>
                    <a:pt x="816" y="528"/>
                    <a:pt x="816" y="528"/>
                  </a:cubicBezTo>
                  <a:cubicBezTo>
                    <a:pt x="848" y="545"/>
                    <a:pt x="848" y="545"/>
                    <a:pt x="848" y="545"/>
                  </a:cubicBezTo>
                  <a:cubicBezTo>
                    <a:pt x="845" y="562"/>
                    <a:pt x="845" y="562"/>
                    <a:pt x="845" y="562"/>
                  </a:cubicBezTo>
                  <a:cubicBezTo>
                    <a:pt x="794" y="552"/>
                    <a:pt x="794" y="552"/>
                    <a:pt x="794" y="552"/>
                  </a:cubicBezTo>
                  <a:cubicBezTo>
                    <a:pt x="796" y="541"/>
                    <a:pt x="796" y="541"/>
                    <a:pt x="796" y="541"/>
                  </a:cubicBezTo>
                  <a:cubicBezTo>
                    <a:pt x="836" y="549"/>
                    <a:pt x="836" y="549"/>
                    <a:pt x="836" y="549"/>
                  </a:cubicBezTo>
                  <a:cubicBezTo>
                    <a:pt x="798" y="530"/>
                    <a:pt x="798" y="530"/>
                    <a:pt x="798" y="530"/>
                  </a:cubicBezTo>
                  <a:cubicBezTo>
                    <a:pt x="801" y="519"/>
                    <a:pt x="801" y="519"/>
                    <a:pt x="801" y="519"/>
                  </a:cubicBezTo>
                  <a:cubicBezTo>
                    <a:pt x="843" y="516"/>
                    <a:pt x="843" y="516"/>
                    <a:pt x="843" y="516"/>
                  </a:cubicBezTo>
                  <a:cubicBezTo>
                    <a:pt x="803" y="508"/>
                    <a:pt x="803" y="508"/>
                    <a:pt x="803" y="508"/>
                  </a:cubicBezTo>
                  <a:cubicBezTo>
                    <a:pt x="805" y="498"/>
                    <a:pt x="805" y="498"/>
                    <a:pt x="805" y="498"/>
                  </a:cubicBezTo>
                  <a:cubicBezTo>
                    <a:pt x="856" y="508"/>
                    <a:pt x="856" y="508"/>
                    <a:pt x="856" y="508"/>
                  </a:cubicBezTo>
                  <a:lnTo>
                    <a:pt x="852" y="525"/>
                  </a:lnTo>
                  <a:close/>
                  <a:moveTo>
                    <a:pt x="816" y="474"/>
                  </a:moveTo>
                  <a:cubicBezTo>
                    <a:pt x="817" y="476"/>
                    <a:pt x="818" y="477"/>
                    <a:pt x="820" y="477"/>
                  </a:cubicBezTo>
                  <a:cubicBezTo>
                    <a:pt x="822" y="478"/>
                    <a:pt x="825" y="478"/>
                    <a:pt x="829" y="478"/>
                  </a:cubicBezTo>
                  <a:cubicBezTo>
                    <a:pt x="858" y="479"/>
                    <a:pt x="858" y="479"/>
                    <a:pt x="858" y="479"/>
                  </a:cubicBezTo>
                  <a:cubicBezTo>
                    <a:pt x="857" y="491"/>
                    <a:pt x="857" y="491"/>
                    <a:pt x="857" y="491"/>
                  </a:cubicBezTo>
                  <a:cubicBezTo>
                    <a:pt x="830" y="490"/>
                    <a:pt x="830" y="490"/>
                    <a:pt x="830" y="490"/>
                  </a:cubicBezTo>
                  <a:cubicBezTo>
                    <a:pt x="824" y="490"/>
                    <a:pt x="819" y="489"/>
                    <a:pt x="817" y="488"/>
                  </a:cubicBezTo>
                  <a:cubicBezTo>
                    <a:pt x="814" y="488"/>
                    <a:pt x="812" y="486"/>
                    <a:pt x="811" y="485"/>
                  </a:cubicBezTo>
                  <a:cubicBezTo>
                    <a:pt x="809" y="483"/>
                    <a:pt x="808" y="481"/>
                    <a:pt x="807" y="478"/>
                  </a:cubicBezTo>
                  <a:cubicBezTo>
                    <a:pt x="806" y="475"/>
                    <a:pt x="805" y="471"/>
                    <a:pt x="805" y="467"/>
                  </a:cubicBezTo>
                  <a:cubicBezTo>
                    <a:pt x="806" y="461"/>
                    <a:pt x="806" y="457"/>
                    <a:pt x="808" y="455"/>
                  </a:cubicBezTo>
                  <a:cubicBezTo>
                    <a:pt x="809" y="452"/>
                    <a:pt x="810" y="450"/>
                    <a:pt x="812" y="448"/>
                  </a:cubicBezTo>
                  <a:cubicBezTo>
                    <a:pt x="814" y="447"/>
                    <a:pt x="816" y="446"/>
                    <a:pt x="818" y="445"/>
                  </a:cubicBezTo>
                  <a:cubicBezTo>
                    <a:pt x="821" y="444"/>
                    <a:pt x="825" y="444"/>
                    <a:pt x="831" y="444"/>
                  </a:cubicBezTo>
                  <a:cubicBezTo>
                    <a:pt x="859" y="445"/>
                    <a:pt x="859" y="445"/>
                    <a:pt x="859" y="445"/>
                  </a:cubicBezTo>
                  <a:cubicBezTo>
                    <a:pt x="858" y="457"/>
                    <a:pt x="858" y="457"/>
                    <a:pt x="858" y="457"/>
                  </a:cubicBezTo>
                  <a:cubicBezTo>
                    <a:pt x="830" y="456"/>
                    <a:pt x="830" y="456"/>
                    <a:pt x="830" y="456"/>
                  </a:cubicBezTo>
                  <a:cubicBezTo>
                    <a:pt x="826" y="456"/>
                    <a:pt x="823" y="456"/>
                    <a:pt x="822" y="456"/>
                  </a:cubicBezTo>
                  <a:cubicBezTo>
                    <a:pt x="819" y="456"/>
                    <a:pt x="818" y="457"/>
                    <a:pt x="816" y="459"/>
                  </a:cubicBezTo>
                  <a:cubicBezTo>
                    <a:pt x="815" y="461"/>
                    <a:pt x="814" y="464"/>
                    <a:pt x="814" y="467"/>
                  </a:cubicBezTo>
                  <a:cubicBezTo>
                    <a:pt x="814" y="470"/>
                    <a:pt x="815" y="473"/>
                    <a:pt x="816" y="4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68"/>
            <p:cNvSpPr/>
            <p:nvPr/>
          </p:nvSpPr>
          <p:spPr bwMode="auto">
            <a:xfrm>
              <a:off x="6087558" y="4249111"/>
              <a:ext cx="41275" cy="39688"/>
            </a:xfrm>
            <a:custGeom>
              <a:avLst/>
              <a:gdLst>
                <a:gd name="T0" fmla="*/ 13 w 22"/>
                <a:gd name="T1" fmla="*/ 20 h 21"/>
                <a:gd name="T2" fmla="*/ 17 w 22"/>
                <a:gd name="T3" fmla="*/ 20 h 21"/>
                <a:gd name="T4" fmla="*/ 21 w 22"/>
                <a:gd name="T5" fmla="*/ 17 h 21"/>
                <a:gd name="T6" fmla="*/ 22 w 22"/>
                <a:gd name="T7" fmla="*/ 13 h 21"/>
                <a:gd name="T8" fmla="*/ 19 w 22"/>
                <a:gd name="T9" fmla="*/ 8 h 21"/>
                <a:gd name="T10" fmla="*/ 13 w 22"/>
                <a:gd name="T11" fmla="*/ 3 h 21"/>
                <a:gd name="T12" fmla="*/ 8 w 22"/>
                <a:gd name="T13" fmla="*/ 0 h 21"/>
                <a:gd name="T14" fmla="*/ 0 w 22"/>
                <a:gd name="T15" fmla="*/ 12 h 21"/>
                <a:gd name="T16" fmla="*/ 5 w 22"/>
                <a:gd name="T17" fmla="*/ 16 h 21"/>
                <a:gd name="T18" fmla="*/ 13 w 22"/>
                <a:gd name="T19"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1">
                  <a:moveTo>
                    <a:pt x="13" y="20"/>
                  </a:moveTo>
                  <a:cubicBezTo>
                    <a:pt x="14" y="21"/>
                    <a:pt x="16" y="21"/>
                    <a:pt x="17" y="20"/>
                  </a:cubicBezTo>
                  <a:cubicBezTo>
                    <a:pt x="19" y="20"/>
                    <a:pt x="20" y="19"/>
                    <a:pt x="21" y="17"/>
                  </a:cubicBezTo>
                  <a:cubicBezTo>
                    <a:pt x="22" y="16"/>
                    <a:pt x="22" y="14"/>
                    <a:pt x="22" y="13"/>
                  </a:cubicBezTo>
                  <a:cubicBezTo>
                    <a:pt x="22" y="11"/>
                    <a:pt x="21" y="9"/>
                    <a:pt x="19" y="8"/>
                  </a:cubicBezTo>
                  <a:cubicBezTo>
                    <a:pt x="18" y="7"/>
                    <a:pt x="16" y="5"/>
                    <a:pt x="13" y="3"/>
                  </a:cubicBezTo>
                  <a:cubicBezTo>
                    <a:pt x="8" y="0"/>
                    <a:pt x="8" y="0"/>
                    <a:pt x="8" y="0"/>
                  </a:cubicBezTo>
                  <a:cubicBezTo>
                    <a:pt x="0" y="12"/>
                    <a:pt x="0" y="12"/>
                    <a:pt x="0" y="12"/>
                  </a:cubicBezTo>
                  <a:cubicBezTo>
                    <a:pt x="5" y="16"/>
                    <a:pt x="5" y="16"/>
                    <a:pt x="5" y="16"/>
                  </a:cubicBezTo>
                  <a:cubicBezTo>
                    <a:pt x="9" y="18"/>
                    <a:pt x="11" y="20"/>
                    <a:pt x="13"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69"/>
            <p:cNvSpPr/>
            <p:nvPr/>
          </p:nvSpPr>
          <p:spPr bwMode="auto">
            <a:xfrm>
              <a:off x="5819270" y="5563561"/>
              <a:ext cx="33338" cy="52388"/>
            </a:xfrm>
            <a:custGeom>
              <a:avLst/>
              <a:gdLst>
                <a:gd name="T0" fmla="*/ 3 w 18"/>
                <a:gd name="T1" fmla="*/ 3 h 28"/>
                <a:gd name="T2" fmla="*/ 5 w 18"/>
                <a:gd name="T3" fmla="*/ 6 h 28"/>
                <a:gd name="T4" fmla="*/ 7 w 18"/>
                <a:gd name="T5" fmla="*/ 8 h 28"/>
                <a:gd name="T6" fmla="*/ 7 w 18"/>
                <a:gd name="T7" fmla="*/ 11 h 28"/>
                <a:gd name="T8" fmla="*/ 6 w 18"/>
                <a:gd name="T9" fmla="*/ 13 h 28"/>
                <a:gd name="T10" fmla="*/ 2 w 18"/>
                <a:gd name="T11" fmla="*/ 19 h 28"/>
                <a:gd name="T12" fmla="*/ 3 w 18"/>
                <a:gd name="T13" fmla="*/ 25 h 28"/>
                <a:gd name="T14" fmla="*/ 8 w 18"/>
                <a:gd name="T15" fmla="*/ 22 h 28"/>
                <a:gd name="T16" fmla="*/ 9 w 18"/>
                <a:gd name="T17" fmla="*/ 21 h 28"/>
                <a:gd name="T18" fmla="*/ 10 w 18"/>
                <a:gd name="T19" fmla="*/ 19 h 28"/>
                <a:gd name="T20" fmla="*/ 14 w 18"/>
                <a:gd name="T21" fmla="*/ 13 h 28"/>
                <a:gd name="T22" fmla="*/ 17 w 18"/>
                <a:gd name="T23" fmla="*/ 6 h 28"/>
                <a:gd name="T24" fmla="*/ 17 w 18"/>
                <a:gd name="T25" fmla="*/ 4 h 28"/>
                <a:gd name="T26" fmla="*/ 12 w 18"/>
                <a:gd name="T27" fmla="*/ 1 h 28"/>
                <a:gd name="T28" fmla="*/ 7 w 18"/>
                <a:gd name="T29" fmla="*/ 0 h 28"/>
                <a:gd name="T30" fmla="*/ 4 w 18"/>
                <a:gd name="T31" fmla="*/ 0 h 28"/>
                <a:gd name="T32" fmla="*/ 3 w 18"/>
                <a:gd name="T33"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28">
                  <a:moveTo>
                    <a:pt x="3" y="3"/>
                  </a:moveTo>
                  <a:cubicBezTo>
                    <a:pt x="4" y="4"/>
                    <a:pt x="5" y="6"/>
                    <a:pt x="5" y="6"/>
                  </a:cubicBezTo>
                  <a:cubicBezTo>
                    <a:pt x="6" y="8"/>
                    <a:pt x="7" y="8"/>
                    <a:pt x="7" y="8"/>
                  </a:cubicBezTo>
                  <a:cubicBezTo>
                    <a:pt x="8" y="9"/>
                    <a:pt x="7" y="11"/>
                    <a:pt x="7" y="11"/>
                  </a:cubicBezTo>
                  <a:cubicBezTo>
                    <a:pt x="6" y="12"/>
                    <a:pt x="6" y="13"/>
                    <a:pt x="6" y="13"/>
                  </a:cubicBezTo>
                  <a:cubicBezTo>
                    <a:pt x="5" y="16"/>
                    <a:pt x="2" y="19"/>
                    <a:pt x="2" y="19"/>
                  </a:cubicBezTo>
                  <a:cubicBezTo>
                    <a:pt x="0" y="21"/>
                    <a:pt x="3" y="25"/>
                    <a:pt x="3" y="25"/>
                  </a:cubicBezTo>
                  <a:cubicBezTo>
                    <a:pt x="4" y="28"/>
                    <a:pt x="8" y="22"/>
                    <a:pt x="8" y="22"/>
                  </a:cubicBezTo>
                  <a:cubicBezTo>
                    <a:pt x="8" y="21"/>
                    <a:pt x="9" y="21"/>
                    <a:pt x="9" y="21"/>
                  </a:cubicBezTo>
                  <a:cubicBezTo>
                    <a:pt x="10" y="20"/>
                    <a:pt x="10" y="19"/>
                    <a:pt x="10" y="19"/>
                  </a:cubicBezTo>
                  <a:cubicBezTo>
                    <a:pt x="12" y="16"/>
                    <a:pt x="14" y="13"/>
                    <a:pt x="14" y="13"/>
                  </a:cubicBezTo>
                  <a:cubicBezTo>
                    <a:pt x="15" y="12"/>
                    <a:pt x="17" y="6"/>
                    <a:pt x="17" y="6"/>
                  </a:cubicBezTo>
                  <a:cubicBezTo>
                    <a:pt x="18" y="6"/>
                    <a:pt x="17" y="4"/>
                    <a:pt x="17" y="4"/>
                  </a:cubicBezTo>
                  <a:cubicBezTo>
                    <a:pt x="17" y="3"/>
                    <a:pt x="12" y="1"/>
                    <a:pt x="12" y="1"/>
                  </a:cubicBezTo>
                  <a:cubicBezTo>
                    <a:pt x="11" y="1"/>
                    <a:pt x="9" y="0"/>
                    <a:pt x="7" y="0"/>
                  </a:cubicBezTo>
                  <a:cubicBezTo>
                    <a:pt x="6" y="0"/>
                    <a:pt x="4" y="0"/>
                    <a:pt x="4" y="0"/>
                  </a:cubicBezTo>
                  <a:cubicBezTo>
                    <a:pt x="1" y="1"/>
                    <a:pt x="3" y="3"/>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70"/>
            <p:cNvSpPr/>
            <p:nvPr/>
          </p:nvSpPr>
          <p:spPr bwMode="auto">
            <a:xfrm>
              <a:off x="6317745" y="4565023"/>
              <a:ext cx="68263" cy="63500"/>
            </a:xfrm>
            <a:custGeom>
              <a:avLst/>
              <a:gdLst>
                <a:gd name="T0" fmla="*/ 25 w 37"/>
                <a:gd name="T1" fmla="*/ 32 h 34"/>
                <a:gd name="T2" fmla="*/ 35 w 37"/>
                <a:gd name="T3" fmla="*/ 23 h 34"/>
                <a:gd name="T4" fmla="*/ 35 w 37"/>
                <a:gd name="T5" fmla="*/ 10 h 34"/>
                <a:gd name="T6" fmla="*/ 27 w 37"/>
                <a:gd name="T7" fmla="*/ 2 h 34"/>
                <a:gd name="T8" fmla="*/ 13 w 37"/>
                <a:gd name="T9" fmla="*/ 3 h 34"/>
                <a:gd name="T10" fmla="*/ 2 w 37"/>
                <a:gd name="T11" fmla="*/ 12 h 34"/>
                <a:gd name="T12" fmla="*/ 2 w 37"/>
                <a:gd name="T13" fmla="*/ 24 h 34"/>
                <a:gd name="T14" fmla="*/ 11 w 37"/>
                <a:gd name="T15" fmla="*/ 33 h 34"/>
                <a:gd name="T16" fmla="*/ 25 w 37"/>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4">
                  <a:moveTo>
                    <a:pt x="25" y="32"/>
                  </a:moveTo>
                  <a:cubicBezTo>
                    <a:pt x="30" y="29"/>
                    <a:pt x="34" y="26"/>
                    <a:pt x="35" y="23"/>
                  </a:cubicBezTo>
                  <a:cubicBezTo>
                    <a:pt x="37" y="19"/>
                    <a:pt x="37" y="15"/>
                    <a:pt x="35" y="10"/>
                  </a:cubicBezTo>
                  <a:cubicBezTo>
                    <a:pt x="33" y="6"/>
                    <a:pt x="31" y="3"/>
                    <a:pt x="27" y="2"/>
                  </a:cubicBezTo>
                  <a:cubicBezTo>
                    <a:pt x="23" y="0"/>
                    <a:pt x="18" y="0"/>
                    <a:pt x="13" y="3"/>
                  </a:cubicBezTo>
                  <a:cubicBezTo>
                    <a:pt x="7" y="5"/>
                    <a:pt x="4" y="8"/>
                    <a:pt x="2" y="12"/>
                  </a:cubicBezTo>
                  <a:cubicBezTo>
                    <a:pt x="0" y="16"/>
                    <a:pt x="0" y="20"/>
                    <a:pt x="2" y="24"/>
                  </a:cubicBezTo>
                  <a:cubicBezTo>
                    <a:pt x="4" y="28"/>
                    <a:pt x="7" y="31"/>
                    <a:pt x="11" y="33"/>
                  </a:cubicBezTo>
                  <a:cubicBezTo>
                    <a:pt x="14" y="34"/>
                    <a:pt x="19" y="34"/>
                    <a:pt x="25"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1" name="矩形 20"/>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userDrawn="1"/>
        </p:nvSpPr>
        <p:spPr>
          <a:xfrm>
            <a:off x="0" y="0"/>
            <a:ext cx="12192000" cy="114046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p:cNvPicPr>
            <a:picLocks noChangeAspect="1"/>
          </p:cNvPicPr>
          <p:nvPr userDrawn="1"/>
        </p:nvPicPr>
        <p:blipFill>
          <a:blip r:embed="rId2"/>
          <a:stretch>
            <a:fillRect/>
          </a:stretch>
        </p:blipFill>
        <p:spPr>
          <a:xfrm>
            <a:off x="673100" y="6580054"/>
            <a:ext cx="1330959" cy="203465"/>
          </a:xfrm>
          <a:prstGeom prst="rect">
            <a:avLst/>
          </a:prstGeom>
        </p:spPr>
      </p:pic>
      <p:pic>
        <p:nvPicPr>
          <p:cNvPr id="24" name="图片 23"/>
          <p:cNvPicPr>
            <a:picLocks noChangeAspect="1"/>
          </p:cNvPicPr>
          <p:nvPr userDrawn="1"/>
        </p:nvPicPr>
        <p:blipFill>
          <a:blip r:embed="rId3"/>
          <a:stretch>
            <a:fillRect/>
          </a:stretch>
        </p:blipFill>
        <p:spPr>
          <a:xfrm>
            <a:off x="8610600" y="6626002"/>
            <a:ext cx="2908300" cy="111568"/>
          </a:xfrm>
          <a:prstGeom prst="rect">
            <a:avLst/>
          </a:prstGeom>
        </p:spPr>
      </p:pic>
      <p:sp>
        <p:nvSpPr>
          <p:cNvPr id="53" name="文本占位符 52"/>
          <p:cNvSpPr>
            <a:spLocks noGrp="1"/>
          </p:cNvSpPr>
          <p:nvPr>
            <p:ph type="body" sz="quarter" idx="10" hasCustomPrompt="1"/>
          </p:nvPr>
        </p:nvSpPr>
        <p:spPr>
          <a:xfrm>
            <a:off x="1842552" y="2204791"/>
            <a:ext cx="2706708" cy="2336718"/>
          </a:xfrm>
        </p:spPr>
        <p:txBody>
          <a:bodyPr lIns="0" anchor="ctr" anchorCtr="0">
            <a:noAutofit/>
          </a:bodyPr>
          <a:lstStyle>
            <a:lvl1pPr marL="0" indent="0" algn="l">
              <a:buNone/>
              <a:defRPr sz="16800">
                <a:gradFill>
                  <a:gsLst>
                    <a:gs pos="0">
                      <a:schemeClr val="accent1">
                        <a:alpha val="90000"/>
                      </a:schemeClr>
                    </a:gs>
                    <a:gs pos="100000">
                      <a:schemeClr val="accent1">
                        <a:lumMod val="20000"/>
                        <a:lumOff val="80000"/>
                        <a:alpha val="0"/>
                      </a:schemeClr>
                    </a:gs>
                  </a:gsLst>
                  <a:lin ang="5400000" scaled="1"/>
                </a:gradFill>
                <a:latin typeface="Impact" panose="020B0806030902050204" pitchFamily="34" charset="0"/>
              </a:defRPr>
            </a:lvl1pPr>
            <a:lvl2pPr marL="457200" indent="0">
              <a:buNone/>
              <a:defRPr/>
            </a:lvl2pPr>
          </a:lstStyle>
          <a:p>
            <a:pPr lvl="0"/>
            <a:r>
              <a:rPr lang="en-US" altLang="zh-CN" dirty="0"/>
              <a:t>00</a:t>
            </a:r>
            <a:endParaRPr lang="zh-CN" altLang="en-US" dirty="0"/>
          </a:p>
        </p:txBody>
      </p:sp>
      <p:sp>
        <p:nvSpPr>
          <p:cNvPr id="27" name="标题 26"/>
          <p:cNvSpPr>
            <a:spLocks noGrp="1"/>
          </p:cNvSpPr>
          <p:nvPr>
            <p:ph type="title" hasCustomPrompt="1"/>
          </p:nvPr>
        </p:nvSpPr>
        <p:spPr>
          <a:xfrm>
            <a:off x="1842552" y="3689995"/>
            <a:ext cx="4012560" cy="552357"/>
          </a:xfrm>
        </p:spPr>
        <p:txBody>
          <a:bodyPr lIns="0">
            <a:noAutofit/>
          </a:bodyPr>
          <a:lstStyle>
            <a:lvl1pPr algn="l">
              <a:defRPr sz="5400" b="1">
                <a:solidFill>
                  <a:schemeClr val="accent1"/>
                </a:solidFill>
              </a:defRPr>
            </a:lvl1pPr>
          </a:lstStyle>
          <a:p>
            <a:r>
              <a:rPr lang="zh-CN" altLang="en-US" dirty="0"/>
              <a:t>章节题目</a:t>
            </a:r>
          </a:p>
        </p:txBody>
      </p:sp>
      <p:pic>
        <p:nvPicPr>
          <p:cNvPr id="56" name="图片 55"/>
          <p:cNvPicPr>
            <a:picLocks noChangeAspect="1"/>
          </p:cNvPicPr>
          <p:nvPr userDrawn="1"/>
        </p:nvPicPr>
        <p:blipFill>
          <a:blip r:embed="rId4"/>
          <a:stretch>
            <a:fillRect/>
          </a:stretch>
        </p:blipFill>
        <p:spPr>
          <a:xfrm>
            <a:off x="660401" y="611569"/>
            <a:ext cx="1747519" cy="417129"/>
          </a:xfrm>
          <a:prstGeom prst="rect">
            <a:avLst/>
          </a:prstGeom>
        </p:spPr>
      </p:pic>
      <p:sp>
        <p:nvSpPr>
          <p:cNvPr id="58" name="文本占位符 57"/>
          <p:cNvSpPr>
            <a:spLocks noGrp="1"/>
          </p:cNvSpPr>
          <p:nvPr>
            <p:ph type="body" sz="quarter" idx="11" hasCustomPrompt="1"/>
          </p:nvPr>
        </p:nvSpPr>
        <p:spPr>
          <a:xfrm>
            <a:off x="1842552" y="4305568"/>
            <a:ext cx="4012560" cy="471882"/>
          </a:xfrm>
        </p:spPr>
        <p:txBody>
          <a:bodyPr lIns="0">
            <a:noAutofit/>
          </a:bodyPr>
          <a:lstStyle>
            <a:lvl1pPr marL="0" indent="0" algn="l">
              <a:buNone/>
              <a:defRPr sz="2400">
                <a:solidFill>
                  <a:schemeClr val="bg1">
                    <a:lumMod val="50000"/>
                  </a:schemeClr>
                </a:solidFill>
              </a:defRPr>
            </a:lvl1pPr>
            <a:lvl2pPr marL="457200" indent="0">
              <a:buNone/>
              <a:defRPr/>
            </a:lvl2pPr>
          </a:lstStyle>
          <a:p>
            <a:pPr lvl="0"/>
            <a:r>
              <a:rPr lang="zh-CN" altLang="en-US" dirty="0"/>
              <a:t>插入章节描述或者英文</a:t>
            </a:r>
          </a:p>
        </p:txBody>
      </p:sp>
      <p:sp>
        <p:nvSpPr>
          <p:cNvPr id="5" name="文本占位符 4"/>
          <p:cNvSpPr>
            <a:spLocks noGrp="1"/>
          </p:cNvSpPr>
          <p:nvPr>
            <p:ph type="body" sz="quarter" idx="12" hasCustomPrompt="1"/>
          </p:nvPr>
        </p:nvSpPr>
        <p:spPr>
          <a:xfrm>
            <a:off x="7330441" y="715440"/>
            <a:ext cx="4188460" cy="287835"/>
          </a:xfrm>
        </p:spPr>
        <p:txBody>
          <a:bodyPr rIns="0" bIns="0" anchor="b" anchorCtr="0">
            <a:normAutofit/>
          </a:bodyPr>
          <a:lstStyle>
            <a:lvl1pPr marL="0" indent="0" algn="r">
              <a:buNone/>
              <a:defRPr sz="1600" b="0">
                <a:solidFill>
                  <a:schemeClr val="bg1"/>
                </a:solidFill>
                <a:latin typeface="+mj-ea"/>
                <a:ea typeface="+mj-ea"/>
              </a:defRPr>
            </a:lvl1pPr>
            <a:lvl2pPr marL="457200" indent="0">
              <a:buNone/>
              <a:defRPr/>
            </a:lvl2pPr>
          </a:lstStyle>
          <a:p>
            <a:pPr lvl="0"/>
            <a:r>
              <a:rPr lang="zh-CN" altLang="en-US" dirty="0"/>
              <a:t>这里可以输入你的课题题目</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结尾幻灯片">
    <p:spTree>
      <p:nvGrpSpPr>
        <p:cNvPr id="1" name=""/>
        <p:cNvGrpSpPr/>
        <p:nvPr/>
      </p:nvGrpSpPr>
      <p:grpSpPr>
        <a:xfrm>
          <a:off x="0" y="0"/>
          <a:ext cx="0" cy="0"/>
          <a:chOff x="0" y="0"/>
          <a:chExt cx="0" cy="0"/>
        </a:xfrm>
      </p:grpSpPr>
      <p:sp>
        <p:nvSpPr>
          <p:cNvPr id="17" name="任意多边形: 形状 16"/>
          <p:cNvSpPr/>
          <p:nvPr userDrawn="1"/>
        </p:nvSpPr>
        <p:spPr>
          <a:xfrm>
            <a:off x="0" y="0"/>
            <a:ext cx="12192000" cy="6857999"/>
          </a:xfrm>
          <a:custGeom>
            <a:avLst/>
            <a:gdLst>
              <a:gd name="connsiteX0" fmla="*/ 373694 w 12192000"/>
              <a:gd name="connsiteY0" fmla="*/ 254634 h 6857999"/>
              <a:gd name="connsiteX1" fmla="*/ 289383 w 12192000"/>
              <a:gd name="connsiteY1" fmla="*/ 338945 h 6857999"/>
              <a:gd name="connsiteX2" fmla="*/ 289383 w 12192000"/>
              <a:gd name="connsiteY2" fmla="*/ 6519056 h 6857999"/>
              <a:gd name="connsiteX3" fmla="*/ 373694 w 12192000"/>
              <a:gd name="connsiteY3" fmla="*/ 6603367 h 6857999"/>
              <a:gd name="connsiteX4" fmla="*/ 11818307 w 12192000"/>
              <a:gd name="connsiteY4" fmla="*/ 6603367 h 6857999"/>
              <a:gd name="connsiteX5" fmla="*/ 11902618 w 12192000"/>
              <a:gd name="connsiteY5" fmla="*/ 6519056 h 6857999"/>
              <a:gd name="connsiteX6" fmla="*/ 11902618 w 12192000"/>
              <a:gd name="connsiteY6" fmla="*/ 338945 h 6857999"/>
              <a:gd name="connsiteX7" fmla="*/ 11818307 w 12192000"/>
              <a:gd name="connsiteY7" fmla="*/ 254634 h 6857999"/>
              <a:gd name="connsiteX8" fmla="*/ 0 w 12192000"/>
              <a:gd name="connsiteY8" fmla="*/ 0 h 6857999"/>
              <a:gd name="connsiteX9" fmla="*/ 12192000 w 12192000"/>
              <a:gd name="connsiteY9" fmla="*/ 0 h 6857999"/>
              <a:gd name="connsiteX10" fmla="*/ 12192000 w 12192000"/>
              <a:gd name="connsiteY10" fmla="*/ 6857999 h 6857999"/>
              <a:gd name="connsiteX11" fmla="*/ 0 w 12192000"/>
              <a:gd name="connsiteY11"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7999">
                <a:moveTo>
                  <a:pt x="373694" y="254634"/>
                </a:moveTo>
                <a:cubicBezTo>
                  <a:pt x="327130" y="254634"/>
                  <a:pt x="289383" y="292381"/>
                  <a:pt x="289383" y="338945"/>
                </a:cubicBezTo>
                <a:lnTo>
                  <a:pt x="289383" y="6519056"/>
                </a:lnTo>
                <a:cubicBezTo>
                  <a:pt x="289383" y="6565620"/>
                  <a:pt x="327130" y="6603367"/>
                  <a:pt x="373694" y="6603367"/>
                </a:cubicBezTo>
                <a:lnTo>
                  <a:pt x="11818307" y="6603367"/>
                </a:lnTo>
                <a:cubicBezTo>
                  <a:pt x="11864871" y="6603367"/>
                  <a:pt x="11902618" y="6565620"/>
                  <a:pt x="11902618" y="6519056"/>
                </a:cubicBezTo>
                <a:lnTo>
                  <a:pt x="11902618" y="338945"/>
                </a:lnTo>
                <a:cubicBezTo>
                  <a:pt x="11902618" y="292381"/>
                  <a:pt x="11864871" y="254634"/>
                  <a:pt x="11818307" y="254634"/>
                </a:cubicBezTo>
                <a:close/>
                <a:moveTo>
                  <a:pt x="0" y="0"/>
                </a:moveTo>
                <a:lnTo>
                  <a:pt x="12192000" y="0"/>
                </a:lnTo>
                <a:lnTo>
                  <a:pt x="12192000" y="6857999"/>
                </a:lnTo>
                <a:lnTo>
                  <a:pt x="0" y="6857999"/>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矩形: 圆角 15"/>
          <p:cNvSpPr/>
          <p:nvPr userDrawn="1"/>
        </p:nvSpPr>
        <p:spPr>
          <a:xfrm>
            <a:off x="289383" y="254634"/>
            <a:ext cx="11613235" cy="6348733"/>
          </a:xfrm>
          <a:prstGeom prst="roundRect">
            <a:avLst>
              <a:gd name="adj" fmla="val 1328"/>
            </a:avLst>
          </a:prstGeom>
          <a:solidFill>
            <a:schemeClr val="bg1">
              <a:alpha val="90000"/>
            </a:schemeClr>
          </a:solidFill>
          <a:ln>
            <a:noFill/>
          </a:ln>
          <a:effectLst>
            <a:outerShdw blurRad="76200" sx="101000" sy="101000" algn="ctr"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8817557" y="0"/>
            <a:ext cx="6882359" cy="6858000"/>
            <a:chOff x="4804858" y="3977648"/>
            <a:chExt cx="1793875" cy="1787526"/>
          </a:xfrm>
          <a:solidFill>
            <a:schemeClr val="bg1">
              <a:lumMod val="85000"/>
              <a:alpha val="40000"/>
            </a:schemeClr>
          </a:solidFill>
        </p:grpSpPr>
        <p:sp>
          <p:nvSpPr>
            <p:cNvPr id="42" name="Rectangle 51"/>
            <p:cNvSpPr>
              <a:spLocks noChangeArrowheads="1"/>
            </p:cNvSpPr>
            <p:nvPr/>
          </p:nvSpPr>
          <p:spPr bwMode="auto">
            <a:xfrm>
              <a:off x="5957383" y="4693611"/>
              <a:ext cx="793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3" name="Freeform 52"/>
            <p:cNvSpPr>
              <a:spLocks noEditPoints="1"/>
            </p:cNvSpPr>
            <p:nvPr/>
          </p:nvSpPr>
          <p:spPr bwMode="auto">
            <a:xfrm>
              <a:off x="5217608" y="4339598"/>
              <a:ext cx="917575" cy="107473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53"/>
            <p:cNvSpPr>
              <a:spLocks noEditPoints="1"/>
            </p:cNvSpPr>
            <p:nvPr/>
          </p:nvSpPr>
          <p:spPr bwMode="auto">
            <a:xfrm>
              <a:off x="4804858" y="3977648"/>
              <a:ext cx="1793875" cy="1787526"/>
            </a:xfrm>
            <a:custGeom>
              <a:avLst/>
              <a:gdLst>
                <a:gd name="T0" fmla="*/ 484 w 968"/>
                <a:gd name="T1" fmla="*/ 953 h 967"/>
                <a:gd name="T2" fmla="*/ 14 w 968"/>
                <a:gd name="T3" fmla="*/ 482 h 967"/>
                <a:gd name="T4" fmla="*/ 484 w 968"/>
                <a:gd name="T5" fmla="*/ 12 h 967"/>
                <a:gd name="T6" fmla="*/ 954 w 968"/>
                <a:gd name="T7" fmla="*/ 482 h 967"/>
                <a:gd name="T8" fmla="*/ 484 w 968"/>
                <a:gd name="T9" fmla="*/ 953 h 967"/>
                <a:gd name="T10" fmla="*/ 484 w 968"/>
                <a:gd name="T11" fmla="*/ 0 h 967"/>
                <a:gd name="T12" fmla="*/ 0 w 968"/>
                <a:gd name="T13" fmla="*/ 483 h 967"/>
                <a:gd name="T14" fmla="*/ 484 w 968"/>
                <a:gd name="T15" fmla="*/ 967 h 967"/>
                <a:gd name="T16" fmla="*/ 968 w 968"/>
                <a:gd name="T17" fmla="*/ 483 h 967"/>
                <a:gd name="T18" fmla="*/ 484 w 968"/>
                <a:gd name="T19" fmla="*/ 0 h 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8" h="967">
                  <a:moveTo>
                    <a:pt x="484" y="953"/>
                  </a:moveTo>
                  <a:cubicBezTo>
                    <a:pt x="224" y="953"/>
                    <a:pt x="14" y="742"/>
                    <a:pt x="14" y="482"/>
                  </a:cubicBezTo>
                  <a:cubicBezTo>
                    <a:pt x="14" y="223"/>
                    <a:pt x="224" y="12"/>
                    <a:pt x="484" y="12"/>
                  </a:cubicBezTo>
                  <a:cubicBezTo>
                    <a:pt x="744" y="12"/>
                    <a:pt x="954" y="223"/>
                    <a:pt x="954" y="482"/>
                  </a:cubicBezTo>
                  <a:cubicBezTo>
                    <a:pt x="954" y="742"/>
                    <a:pt x="744" y="953"/>
                    <a:pt x="484" y="953"/>
                  </a:cubicBezTo>
                  <a:close/>
                  <a:moveTo>
                    <a:pt x="484" y="0"/>
                  </a:moveTo>
                  <a:cubicBezTo>
                    <a:pt x="217" y="0"/>
                    <a:pt x="0" y="216"/>
                    <a:pt x="0" y="483"/>
                  </a:cubicBezTo>
                  <a:cubicBezTo>
                    <a:pt x="0" y="750"/>
                    <a:pt x="217" y="967"/>
                    <a:pt x="484" y="967"/>
                  </a:cubicBezTo>
                  <a:cubicBezTo>
                    <a:pt x="751" y="967"/>
                    <a:pt x="968" y="750"/>
                    <a:pt x="968" y="483"/>
                  </a:cubicBezTo>
                  <a:cubicBezTo>
                    <a:pt x="968" y="216"/>
                    <a:pt x="751" y="0"/>
                    <a:pt x="48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54"/>
            <p:cNvSpPr/>
            <p:nvPr/>
          </p:nvSpPr>
          <p:spPr bwMode="auto">
            <a:xfrm>
              <a:off x="5008058" y="4552323"/>
              <a:ext cx="65088" cy="60325"/>
            </a:xfrm>
            <a:custGeom>
              <a:avLst/>
              <a:gdLst>
                <a:gd name="T0" fmla="*/ 23 w 35"/>
                <a:gd name="T1" fmla="*/ 3 h 32"/>
                <a:gd name="T2" fmla="*/ 10 w 35"/>
                <a:gd name="T3" fmla="*/ 1 h 32"/>
                <a:gd name="T4" fmla="*/ 2 w 35"/>
                <a:gd name="T5" fmla="*/ 9 h 32"/>
                <a:gd name="T6" fmla="*/ 1 w 35"/>
                <a:gd name="T7" fmla="*/ 20 h 32"/>
                <a:gd name="T8" fmla="*/ 11 w 35"/>
                <a:gd name="T9" fmla="*/ 29 h 32"/>
                <a:gd name="T10" fmla="*/ 25 w 35"/>
                <a:gd name="T11" fmla="*/ 31 h 32"/>
                <a:gd name="T12" fmla="*/ 33 w 35"/>
                <a:gd name="T13" fmla="*/ 23 h 32"/>
                <a:gd name="T14" fmla="*/ 33 w 35"/>
                <a:gd name="T15" fmla="*/ 12 h 32"/>
                <a:gd name="T16" fmla="*/ 23 w 35"/>
                <a:gd name="T17"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32">
                  <a:moveTo>
                    <a:pt x="23" y="3"/>
                  </a:moveTo>
                  <a:cubicBezTo>
                    <a:pt x="18" y="0"/>
                    <a:pt x="13" y="0"/>
                    <a:pt x="10" y="1"/>
                  </a:cubicBezTo>
                  <a:cubicBezTo>
                    <a:pt x="6" y="2"/>
                    <a:pt x="3" y="5"/>
                    <a:pt x="2" y="9"/>
                  </a:cubicBezTo>
                  <a:cubicBezTo>
                    <a:pt x="0" y="13"/>
                    <a:pt x="0" y="17"/>
                    <a:pt x="1" y="20"/>
                  </a:cubicBezTo>
                  <a:cubicBezTo>
                    <a:pt x="3" y="24"/>
                    <a:pt x="6" y="27"/>
                    <a:pt x="11" y="29"/>
                  </a:cubicBezTo>
                  <a:cubicBezTo>
                    <a:pt x="16" y="31"/>
                    <a:pt x="21" y="32"/>
                    <a:pt x="25" y="31"/>
                  </a:cubicBezTo>
                  <a:cubicBezTo>
                    <a:pt x="28" y="29"/>
                    <a:pt x="31" y="27"/>
                    <a:pt x="33" y="23"/>
                  </a:cubicBezTo>
                  <a:cubicBezTo>
                    <a:pt x="35" y="19"/>
                    <a:pt x="35" y="15"/>
                    <a:pt x="33" y="12"/>
                  </a:cubicBezTo>
                  <a:cubicBezTo>
                    <a:pt x="32" y="8"/>
                    <a:pt x="28"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55"/>
            <p:cNvSpPr/>
            <p:nvPr/>
          </p:nvSpPr>
          <p:spPr bwMode="auto">
            <a:xfrm>
              <a:off x="5581145" y="5347661"/>
              <a:ext cx="41275" cy="74613"/>
            </a:xfrm>
            <a:custGeom>
              <a:avLst/>
              <a:gdLst>
                <a:gd name="T0" fmla="*/ 22 w 22"/>
                <a:gd name="T1" fmla="*/ 0 h 40"/>
                <a:gd name="T2" fmla="*/ 22 w 22"/>
                <a:gd name="T3" fmla="*/ 40 h 40"/>
                <a:gd name="T4" fmla="*/ 11 w 22"/>
                <a:gd name="T5" fmla="*/ 40 h 40"/>
                <a:gd name="T6" fmla="*/ 11 w 22"/>
                <a:gd name="T7" fmla="*/ 14 h 40"/>
                <a:gd name="T8" fmla="*/ 6 w 22"/>
                <a:gd name="T9" fmla="*/ 17 h 40"/>
                <a:gd name="T10" fmla="*/ 0 w 22"/>
                <a:gd name="T11" fmla="*/ 19 h 40"/>
                <a:gd name="T12" fmla="*/ 0 w 22"/>
                <a:gd name="T13" fmla="*/ 11 h 40"/>
                <a:gd name="T14" fmla="*/ 8 w 22"/>
                <a:gd name="T15" fmla="*/ 6 h 40"/>
                <a:gd name="T16" fmla="*/ 13 w 22"/>
                <a:gd name="T17" fmla="*/ 0 h 40"/>
                <a:gd name="T18" fmla="*/ 22 w 22"/>
                <a:gd name="T1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40">
                  <a:moveTo>
                    <a:pt x="22" y="0"/>
                  </a:moveTo>
                  <a:cubicBezTo>
                    <a:pt x="22" y="40"/>
                    <a:pt x="22" y="40"/>
                    <a:pt x="22" y="40"/>
                  </a:cubicBezTo>
                  <a:cubicBezTo>
                    <a:pt x="11" y="40"/>
                    <a:pt x="11" y="40"/>
                    <a:pt x="11" y="40"/>
                  </a:cubicBezTo>
                  <a:cubicBezTo>
                    <a:pt x="11" y="14"/>
                    <a:pt x="11" y="14"/>
                    <a:pt x="11" y="14"/>
                  </a:cubicBezTo>
                  <a:cubicBezTo>
                    <a:pt x="9" y="15"/>
                    <a:pt x="8" y="16"/>
                    <a:pt x="6" y="17"/>
                  </a:cubicBezTo>
                  <a:cubicBezTo>
                    <a:pt x="4" y="18"/>
                    <a:pt x="2" y="19"/>
                    <a:pt x="0" y="19"/>
                  </a:cubicBezTo>
                  <a:cubicBezTo>
                    <a:pt x="0" y="11"/>
                    <a:pt x="0" y="11"/>
                    <a:pt x="0" y="11"/>
                  </a:cubicBezTo>
                  <a:cubicBezTo>
                    <a:pt x="4" y="10"/>
                    <a:pt x="6" y="8"/>
                    <a:pt x="8" y="6"/>
                  </a:cubicBezTo>
                  <a:cubicBezTo>
                    <a:pt x="10" y="5"/>
                    <a:pt x="12" y="3"/>
                    <a:pt x="13" y="0"/>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56"/>
            <p:cNvSpPr>
              <a:spLocks noEditPoints="1"/>
            </p:cNvSpPr>
            <p:nvPr/>
          </p:nvSpPr>
          <p:spPr bwMode="auto">
            <a:xfrm>
              <a:off x="5639883" y="5347661"/>
              <a:ext cx="60325" cy="74613"/>
            </a:xfrm>
            <a:custGeom>
              <a:avLst/>
              <a:gdLst>
                <a:gd name="T0" fmla="*/ 21 w 32"/>
                <a:gd name="T1" fmla="*/ 14 h 40"/>
                <a:gd name="T2" fmla="*/ 19 w 32"/>
                <a:gd name="T3" fmla="*/ 9 h 40"/>
                <a:gd name="T4" fmla="*/ 15 w 32"/>
                <a:gd name="T5" fmla="*/ 7 h 40"/>
                <a:gd name="T6" fmla="*/ 12 w 32"/>
                <a:gd name="T7" fmla="*/ 9 h 40"/>
                <a:gd name="T8" fmla="*/ 10 w 32"/>
                <a:gd name="T9" fmla="*/ 13 h 40"/>
                <a:gd name="T10" fmla="*/ 12 w 32"/>
                <a:gd name="T11" fmla="*/ 18 h 40"/>
                <a:gd name="T12" fmla="*/ 15 w 32"/>
                <a:gd name="T13" fmla="*/ 20 h 40"/>
                <a:gd name="T14" fmla="*/ 19 w 32"/>
                <a:gd name="T15" fmla="*/ 18 h 40"/>
                <a:gd name="T16" fmla="*/ 21 w 32"/>
                <a:gd name="T17" fmla="*/ 14 h 40"/>
                <a:gd name="T18" fmla="*/ 1 w 32"/>
                <a:gd name="T19" fmla="*/ 31 h 40"/>
                <a:gd name="T20" fmla="*/ 12 w 32"/>
                <a:gd name="T21" fmla="*/ 30 h 40"/>
                <a:gd name="T22" fmla="*/ 13 w 32"/>
                <a:gd name="T23" fmla="*/ 33 h 40"/>
                <a:gd name="T24" fmla="*/ 15 w 32"/>
                <a:gd name="T25" fmla="*/ 34 h 40"/>
                <a:gd name="T26" fmla="*/ 20 w 32"/>
                <a:gd name="T27" fmla="*/ 31 h 40"/>
                <a:gd name="T28" fmla="*/ 21 w 32"/>
                <a:gd name="T29" fmla="*/ 23 h 40"/>
                <a:gd name="T30" fmla="*/ 17 w 32"/>
                <a:gd name="T31" fmla="*/ 26 h 40"/>
                <a:gd name="T32" fmla="*/ 13 w 32"/>
                <a:gd name="T33" fmla="*/ 27 h 40"/>
                <a:gd name="T34" fmla="*/ 4 w 32"/>
                <a:gd name="T35" fmla="*/ 23 h 40"/>
                <a:gd name="T36" fmla="*/ 0 w 32"/>
                <a:gd name="T37" fmla="*/ 14 h 40"/>
                <a:gd name="T38" fmla="*/ 2 w 32"/>
                <a:gd name="T39" fmla="*/ 7 h 40"/>
                <a:gd name="T40" fmla="*/ 7 w 32"/>
                <a:gd name="T41" fmla="*/ 2 h 40"/>
                <a:gd name="T42" fmla="*/ 15 w 32"/>
                <a:gd name="T43" fmla="*/ 0 h 40"/>
                <a:gd name="T44" fmla="*/ 24 w 32"/>
                <a:gd name="T45" fmla="*/ 2 h 40"/>
                <a:gd name="T46" fmla="*/ 30 w 32"/>
                <a:gd name="T47" fmla="*/ 9 h 40"/>
                <a:gd name="T48" fmla="*/ 32 w 32"/>
                <a:gd name="T49" fmla="*/ 20 h 40"/>
                <a:gd name="T50" fmla="*/ 28 w 32"/>
                <a:gd name="T51" fmla="*/ 35 h 40"/>
                <a:gd name="T52" fmla="*/ 15 w 32"/>
                <a:gd name="T53" fmla="*/ 40 h 40"/>
                <a:gd name="T54" fmla="*/ 8 w 32"/>
                <a:gd name="T55" fmla="*/ 39 h 40"/>
                <a:gd name="T56" fmla="*/ 4 w 32"/>
                <a:gd name="T57" fmla="*/ 36 h 40"/>
                <a:gd name="T58" fmla="*/ 1 w 32"/>
                <a:gd name="T59" fmla="*/ 3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40">
                  <a:moveTo>
                    <a:pt x="21" y="14"/>
                  </a:moveTo>
                  <a:cubicBezTo>
                    <a:pt x="21" y="12"/>
                    <a:pt x="20" y="10"/>
                    <a:pt x="19" y="9"/>
                  </a:cubicBezTo>
                  <a:cubicBezTo>
                    <a:pt x="18" y="8"/>
                    <a:pt x="17" y="7"/>
                    <a:pt x="15" y="7"/>
                  </a:cubicBezTo>
                  <a:cubicBezTo>
                    <a:pt x="14" y="7"/>
                    <a:pt x="13" y="8"/>
                    <a:pt x="12" y="9"/>
                  </a:cubicBezTo>
                  <a:cubicBezTo>
                    <a:pt x="11" y="10"/>
                    <a:pt x="10" y="11"/>
                    <a:pt x="10" y="13"/>
                  </a:cubicBezTo>
                  <a:cubicBezTo>
                    <a:pt x="10" y="16"/>
                    <a:pt x="11" y="17"/>
                    <a:pt x="12" y="18"/>
                  </a:cubicBezTo>
                  <a:cubicBezTo>
                    <a:pt x="13" y="20"/>
                    <a:pt x="14" y="20"/>
                    <a:pt x="15" y="20"/>
                  </a:cubicBezTo>
                  <a:cubicBezTo>
                    <a:pt x="17" y="20"/>
                    <a:pt x="18" y="20"/>
                    <a:pt x="19" y="18"/>
                  </a:cubicBezTo>
                  <a:cubicBezTo>
                    <a:pt x="20" y="17"/>
                    <a:pt x="21" y="16"/>
                    <a:pt x="21" y="14"/>
                  </a:cubicBezTo>
                  <a:close/>
                  <a:moveTo>
                    <a:pt x="1" y="31"/>
                  </a:moveTo>
                  <a:cubicBezTo>
                    <a:pt x="12" y="30"/>
                    <a:pt x="12" y="30"/>
                    <a:pt x="12" y="30"/>
                  </a:cubicBezTo>
                  <a:cubicBezTo>
                    <a:pt x="12" y="31"/>
                    <a:pt x="12" y="32"/>
                    <a:pt x="13" y="33"/>
                  </a:cubicBezTo>
                  <a:cubicBezTo>
                    <a:pt x="14" y="33"/>
                    <a:pt x="15" y="34"/>
                    <a:pt x="15" y="34"/>
                  </a:cubicBezTo>
                  <a:cubicBezTo>
                    <a:pt x="17" y="34"/>
                    <a:pt x="19" y="33"/>
                    <a:pt x="20" y="31"/>
                  </a:cubicBezTo>
                  <a:cubicBezTo>
                    <a:pt x="20" y="30"/>
                    <a:pt x="21" y="27"/>
                    <a:pt x="21" y="23"/>
                  </a:cubicBezTo>
                  <a:cubicBezTo>
                    <a:pt x="20" y="24"/>
                    <a:pt x="19" y="25"/>
                    <a:pt x="17" y="26"/>
                  </a:cubicBezTo>
                  <a:cubicBezTo>
                    <a:pt x="16" y="26"/>
                    <a:pt x="14" y="27"/>
                    <a:pt x="13" y="27"/>
                  </a:cubicBezTo>
                  <a:cubicBezTo>
                    <a:pt x="9" y="27"/>
                    <a:pt x="6" y="26"/>
                    <a:pt x="4" y="23"/>
                  </a:cubicBezTo>
                  <a:cubicBezTo>
                    <a:pt x="1" y="21"/>
                    <a:pt x="0" y="17"/>
                    <a:pt x="0" y="14"/>
                  </a:cubicBezTo>
                  <a:cubicBezTo>
                    <a:pt x="0" y="11"/>
                    <a:pt x="1" y="9"/>
                    <a:pt x="2" y="7"/>
                  </a:cubicBezTo>
                  <a:cubicBezTo>
                    <a:pt x="3" y="5"/>
                    <a:pt x="5" y="3"/>
                    <a:pt x="7" y="2"/>
                  </a:cubicBezTo>
                  <a:cubicBezTo>
                    <a:pt x="9" y="1"/>
                    <a:pt x="12" y="0"/>
                    <a:pt x="15" y="0"/>
                  </a:cubicBezTo>
                  <a:cubicBezTo>
                    <a:pt x="19" y="0"/>
                    <a:pt x="22" y="1"/>
                    <a:pt x="24" y="2"/>
                  </a:cubicBezTo>
                  <a:cubicBezTo>
                    <a:pt x="27" y="4"/>
                    <a:pt x="29" y="6"/>
                    <a:pt x="30" y="9"/>
                  </a:cubicBezTo>
                  <a:cubicBezTo>
                    <a:pt x="31" y="11"/>
                    <a:pt x="32" y="15"/>
                    <a:pt x="32" y="20"/>
                  </a:cubicBezTo>
                  <a:cubicBezTo>
                    <a:pt x="32" y="27"/>
                    <a:pt x="31" y="32"/>
                    <a:pt x="28" y="35"/>
                  </a:cubicBezTo>
                  <a:cubicBezTo>
                    <a:pt x="25" y="39"/>
                    <a:pt x="21" y="40"/>
                    <a:pt x="15" y="40"/>
                  </a:cubicBezTo>
                  <a:cubicBezTo>
                    <a:pt x="12" y="40"/>
                    <a:pt x="10" y="40"/>
                    <a:pt x="8" y="39"/>
                  </a:cubicBezTo>
                  <a:cubicBezTo>
                    <a:pt x="6" y="38"/>
                    <a:pt x="5" y="37"/>
                    <a:pt x="4" y="36"/>
                  </a:cubicBezTo>
                  <a:cubicBezTo>
                    <a:pt x="2" y="35"/>
                    <a:pt x="2" y="33"/>
                    <a:pt x="1"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57"/>
            <p:cNvSpPr/>
            <p:nvPr/>
          </p:nvSpPr>
          <p:spPr bwMode="auto">
            <a:xfrm>
              <a:off x="5704970" y="5349248"/>
              <a:ext cx="60325" cy="73025"/>
            </a:xfrm>
            <a:custGeom>
              <a:avLst/>
              <a:gdLst>
                <a:gd name="T0" fmla="*/ 4 w 32"/>
                <a:gd name="T1" fmla="*/ 0 h 39"/>
                <a:gd name="T2" fmla="*/ 30 w 32"/>
                <a:gd name="T3" fmla="*/ 0 h 39"/>
                <a:gd name="T4" fmla="*/ 30 w 32"/>
                <a:gd name="T5" fmla="*/ 8 h 39"/>
                <a:gd name="T6" fmla="*/ 13 w 32"/>
                <a:gd name="T7" fmla="*/ 8 h 39"/>
                <a:gd name="T8" fmla="*/ 12 w 32"/>
                <a:gd name="T9" fmla="*/ 14 h 39"/>
                <a:gd name="T10" fmla="*/ 15 w 32"/>
                <a:gd name="T11" fmla="*/ 13 h 39"/>
                <a:gd name="T12" fmla="*/ 19 w 32"/>
                <a:gd name="T13" fmla="*/ 13 h 39"/>
                <a:gd name="T14" fmla="*/ 28 w 32"/>
                <a:gd name="T15" fmla="*/ 16 h 39"/>
                <a:gd name="T16" fmla="*/ 32 w 32"/>
                <a:gd name="T17" fmla="*/ 25 h 39"/>
                <a:gd name="T18" fmla="*/ 30 w 32"/>
                <a:gd name="T19" fmla="*/ 32 h 39"/>
                <a:gd name="T20" fmla="*/ 25 w 32"/>
                <a:gd name="T21" fmla="*/ 37 h 39"/>
                <a:gd name="T22" fmla="*/ 16 w 32"/>
                <a:gd name="T23" fmla="*/ 39 h 39"/>
                <a:gd name="T24" fmla="*/ 9 w 32"/>
                <a:gd name="T25" fmla="*/ 39 h 39"/>
                <a:gd name="T26" fmla="*/ 5 w 32"/>
                <a:gd name="T27" fmla="*/ 36 h 39"/>
                <a:gd name="T28" fmla="*/ 2 w 32"/>
                <a:gd name="T29" fmla="*/ 33 h 39"/>
                <a:gd name="T30" fmla="*/ 0 w 32"/>
                <a:gd name="T31" fmla="*/ 29 h 39"/>
                <a:gd name="T32" fmla="*/ 11 w 32"/>
                <a:gd name="T33" fmla="*/ 27 h 39"/>
                <a:gd name="T34" fmla="*/ 12 w 32"/>
                <a:gd name="T35" fmla="*/ 31 h 39"/>
                <a:gd name="T36" fmla="*/ 16 w 32"/>
                <a:gd name="T37" fmla="*/ 33 h 39"/>
                <a:gd name="T38" fmla="*/ 20 w 32"/>
                <a:gd name="T39" fmla="*/ 31 h 39"/>
                <a:gd name="T40" fmla="*/ 21 w 32"/>
                <a:gd name="T41" fmla="*/ 26 h 39"/>
                <a:gd name="T42" fmla="*/ 20 w 32"/>
                <a:gd name="T43" fmla="*/ 21 h 39"/>
                <a:gd name="T44" fmla="*/ 16 w 32"/>
                <a:gd name="T45" fmla="*/ 19 h 39"/>
                <a:gd name="T46" fmla="*/ 13 w 32"/>
                <a:gd name="T47" fmla="*/ 20 h 39"/>
                <a:gd name="T48" fmla="*/ 10 w 32"/>
                <a:gd name="T49" fmla="*/ 22 h 39"/>
                <a:gd name="T50" fmla="*/ 1 w 32"/>
                <a:gd name="T51" fmla="*/ 21 h 39"/>
                <a:gd name="T52" fmla="*/ 4 w 32"/>
                <a:gd name="T5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9">
                  <a:moveTo>
                    <a:pt x="4" y="0"/>
                  </a:moveTo>
                  <a:cubicBezTo>
                    <a:pt x="30" y="0"/>
                    <a:pt x="30" y="0"/>
                    <a:pt x="30" y="0"/>
                  </a:cubicBezTo>
                  <a:cubicBezTo>
                    <a:pt x="30" y="8"/>
                    <a:pt x="30" y="8"/>
                    <a:pt x="30" y="8"/>
                  </a:cubicBezTo>
                  <a:cubicBezTo>
                    <a:pt x="13" y="8"/>
                    <a:pt x="13" y="8"/>
                    <a:pt x="13" y="8"/>
                  </a:cubicBezTo>
                  <a:cubicBezTo>
                    <a:pt x="12" y="14"/>
                    <a:pt x="12" y="14"/>
                    <a:pt x="12" y="14"/>
                  </a:cubicBezTo>
                  <a:cubicBezTo>
                    <a:pt x="13" y="14"/>
                    <a:pt x="14" y="13"/>
                    <a:pt x="15" y="13"/>
                  </a:cubicBezTo>
                  <a:cubicBezTo>
                    <a:pt x="17" y="13"/>
                    <a:pt x="18" y="13"/>
                    <a:pt x="19" y="13"/>
                  </a:cubicBezTo>
                  <a:cubicBezTo>
                    <a:pt x="23" y="13"/>
                    <a:pt x="26" y="14"/>
                    <a:pt x="28" y="16"/>
                  </a:cubicBezTo>
                  <a:cubicBezTo>
                    <a:pt x="31" y="18"/>
                    <a:pt x="32" y="21"/>
                    <a:pt x="32" y="25"/>
                  </a:cubicBezTo>
                  <a:cubicBezTo>
                    <a:pt x="32" y="27"/>
                    <a:pt x="31" y="30"/>
                    <a:pt x="30" y="32"/>
                  </a:cubicBezTo>
                  <a:cubicBezTo>
                    <a:pt x="29" y="35"/>
                    <a:pt x="27" y="36"/>
                    <a:pt x="25" y="37"/>
                  </a:cubicBezTo>
                  <a:cubicBezTo>
                    <a:pt x="22" y="39"/>
                    <a:pt x="20" y="39"/>
                    <a:pt x="16" y="39"/>
                  </a:cubicBezTo>
                  <a:cubicBezTo>
                    <a:pt x="13" y="39"/>
                    <a:pt x="11" y="39"/>
                    <a:pt x="9" y="39"/>
                  </a:cubicBezTo>
                  <a:cubicBezTo>
                    <a:pt x="8" y="38"/>
                    <a:pt x="6" y="37"/>
                    <a:pt x="5" y="36"/>
                  </a:cubicBezTo>
                  <a:cubicBezTo>
                    <a:pt x="4" y="35"/>
                    <a:pt x="2" y="34"/>
                    <a:pt x="2" y="33"/>
                  </a:cubicBezTo>
                  <a:cubicBezTo>
                    <a:pt x="1" y="32"/>
                    <a:pt x="0" y="30"/>
                    <a:pt x="0" y="29"/>
                  </a:cubicBezTo>
                  <a:cubicBezTo>
                    <a:pt x="11" y="27"/>
                    <a:pt x="11" y="27"/>
                    <a:pt x="11" y="27"/>
                  </a:cubicBezTo>
                  <a:cubicBezTo>
                    <a:pt x="11" y="29"/>
                    <a:pt x="11" y="30"/>
                    <a:pt x="12" y="31"/>
                  </a:cubicBezTo>
                  <a:cubicBezTo>
                    <a:pt x="13" y="32"/>
                    <a:pt x="15" y="33"/>
                    <a:pt x="16" y="33"/>
                  </a:cubicBezTo>
                  <a:cubicBezTo>
                    <a:pt x="17" y="33"/>
                    <a:pt x="19" y="32"/>
                    <a:pt x="20" y="31"/>
                  </a:cubicBezTo>
                  <a:cubicBezTo>
                    <a:pt x="21" y="30"/>
                    <a:pt x="21" y="28"/>
                    <a:pt x="21" y="26"/>
                  </a:cubicBezTo>
                  <a:cubicBezTo>
                    <a:pt x="21" y="24"/>
                    <a:pt x="21" y="22"/>
                    <a:pt x="20" y="21"/>
                  </a:cubicBezTo>
                  <a:cubicBezTo>
                    <a:pt x="19" y="20"/>
                    <a:pt x="17" y="19"/>
                    <a:pt x="16" y="19"/>
                  </a:cubicBezTo>
                  <a:cubicBezTo>
                    <a:pt x="15" y="19"/>
                    <a:pt x="14" y="20"/>
                    <a:pt x="13" y="20"/>
                  </a:cubicBezTo>
                  <a:cubicBezTo>
                    <a:pt x="12" y="20"/>
                    <a:pt x="11" y="21"/>
                    <a:pt x="10" y="22"/>
                  </a:cubicBezTo>
                  <a:cubicBezTo>
                    <a:pt x="1" y="21"/>
                    <a:pt x="1" y="21"/>
                    <a:pt x="1" y="21"/>
                  </a:cubicBez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58"/>
            <p:cNvSpPr/>
            <p:nvPr/>
          </p:nvSpPr>
          <p:spPr bwMode="auto">
            <a:xfrm>
              <a:off x="5770058" y="5347661"/>
              <a:ext cx="57150" cy="74613"/>
            </a:xfrm>
            <a:custGeom>
              <a:avLst/>
              <a:gdLst>
                <a:gd name="T0" fmla="*/ 10 w 31"/>
                <a:gd name="T1" fmla="*/ 12 h 40"/>
                <a:gd name="T2" fmla="*/ 0 w 31"/>
                <a:gd name="T3" fmla="*/ 10 h 40"/>
                <a:gd name="T4" fmla="*/ 5 w 31"/>
                <a:gd name="T5" fmla="*/ 3 h 40"/>
                <a:gd name="T6" fmla="*/ 15 w 31"/>
                <a:gd name="T7" fmla="*/ 0 h 40"/>
                <a:gd name="T8" fmla="*/ 26 w 31"/>
                <a:gd name="T9" fmla="*/ 3 h 40"/>
                <a:gd name="T10" fmla="*/ 30 w 31"/>
                <a:gd name="T11" fmla="*/ 10 h 40"/>
                <a:gd name="T12" fmla="*/ 28 w 31"/>
                <a:gd name="T13" fmla="*/ 15 h 40"/>
                <a:gd name="T14" fmla="*/ 24 w 31"/>
                <a:gd name="T15" fmla="*/ 18 h 40"/>
                <a:gd name="T16" fmla="*/ 27 w 31"/>
                <a:gd name="T17" fmla="*/ 20 h 40"/>
                <a:gd name="T18" fmla="*/ 30 w 31"/>
                <a:gd name="T19" fmla="*/ 23 h 40"/>
                <a:gd name="T20" fmla="*/ 31 w 31"/>
                <a:gd name="T21" fmla="*/ 27 h 40"/>
                <a:gd name="T22" fmla="*/ 30 w 31"/>
                <a:gd name="T23" fmla="*/ 34 h 40"/>
                <a:gd name="T24" fmla="*/ 25 w 31"/>
                <a:gd name="T25" fmla="*/ 39 h 40"/>
                <a:gd name="T26" fmla="*/ 16 w 31"/>
                <a:gd name="T27" fmla="*/ 40 h 40"/>
                <a:gd name="T28" fmla="*/ 8 w 31"/>
                <a:gd name="T29" fmla="*/ 39 h 40"/>
                <a:gd name="T30" fmla="*/ 3 w 31"/>
                <a:gd name="T31" fmla="*/ 35 h 40"/>
                <a:gd name="T32" fmla="*/ 0 w 31"/>
                <a:gd name="T33" fmla="*/ 29 h 40"/>
                <a:gd name="T34" fmla="*/ 10 w 31"/>
                <a:gd name="T35" fmla="*/ 28 h 40"/>
                <a:gd name="T36" fmla="*/ 12 w 31"/>
                <a:gd name="T37" fmla="*/ 32 h 40"/>
                <a:gd name="T38" fmla="*/ 16 w 31"/>
                <a:gd name="T39" fmla="*/ 34 h 40"/>
                <a:gd name="T40" fmla="*/ 19 w 31"/>
                <a:gd name="T41" fmla="*/ 32 h 40"/>
                <a:gd name="T42" fmla="*/ 21 w 31"/>
                <a:gd name="T43" fmla="*/ 28 h 40"/>
                <a:gd name="T44" fmla="*/ 19 w 31"/>
                <a:gd name="T45" fmla="*/ 24 h 40"/>
                <a:gd name="T46" fmla="*/ 15 w 31"/>
                <a:gd name="T47" fmla="*/ 22 h 40"/>
                <a:gd name="T48" fmla="*/ 12 w 31"/>
                <a:gd name="T49" fmla="*/ 23 h 40"/>
                <a:gd name="T50" fmla="*/ 13 w 31"/>
                <a:gd name="T51" fmla="*/ 15 h 40"/>
                <a:gd name="T52" fmla="*/ 14 w 31"/>
                <a:gd name="T53" fmla="*/ 15 h 40"/>
                <a:gd name="T54" fmla="*/ 17 w 31"/>
                <a:gd name="T55" fmla="*/ 14 h 40"/>
                <a:gd name="T56" fmla="*/ 19 w 31"/>
                <a:gd name="T57" fmla="*/ 11 h 40"/>
                <a:gd name="T58" fmla="*/ 18 w 31"/>
                <a:gd name="T59" fmla="*/ 8 h 40"/>
                <a:gd name="T60" fmla="*/ 15 w 31"/>
                <a:gd name="T61" fmla="*/ 7 h 40"/>
                <a:gd name="T62" fmla="*/ 12 w 31"/>
                <a:gd name="T63" fmla="*/ 8 h 40"/>
                <a:gd name="T64" fmla="*/ 10 w 31"/>
                <a:gd name="T65"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40">
                  <a:moveTo>
                    <a:pt x="10" y="12"/>
                  </a:moveTo>
                  <a:cubicBezTo>
                    <a:pt x="0" y="10"/>
                    <a:pt x="0" y="10"/>
                    <a:pt x="0" y="10"/>
                  </a:cubicBezTo>
                  <a:cubicBezTo>
                    <a:pt x="1" y="7"/>
                    <a:pt x="3" y="5"/>
                    <a:pt x="5" y="3"/>
                  </a:cubicBezTo>
                  <a:cubicBezTo>
                    <a:pt x="7" y="1"/>
                    <a:pt x="11" y="0"/>
                    <a:pt x="15" y="0"/>
                  </a:cubicBezTo>
                  <a:cubicBezTo>
                    <a:pt x="20" y="0"/>
                    <a:pt x="24" y="1"/>
                    <a:pt x="26" y="3"/>
                  </a:cubicBezTo>
                  <a:cubicBezTo>
                    <a:pt x="28" y="5"/>
                    <a:pt x="30" y="7"/>
                    <a:pt x="30" y="10"/>
                  </a:cubicBezTo>
                  <a:cubicBezTo>
                    <a:pt x="30" y="12"/>
                    <a:pt x="29" y="13"/>
                    <a:pt x="28" y="15"/>
                  </a:cubicBezTo>
                  <a:cubicBezTo>
                    <a:pt x="27" y="16"/>
                    <a:pt x="26" y="17"/>
                    <a:pt x="24" y="18"/>
                  </a:cubicBezTo>
                  <a:cubicBezTo>
                    <a:pt x="25" y="19"/>
                    <a:pt x="27" y="19"/>
                    <a:pt x="27" y="20"/>
                  </a:cubicBezTo>
                  <a:cubicBezTo>
                    <a:pt x="29" y="20"/>
                    <a:pt x="30" y="21"/>
                    <a:pt x="30" y="23"/>
                  </a:cubicBezTo>
                  <a:cubicBezTo>
                    <a:pt x="31" y="24"/>
                    <a:pt x="31" y="26"/>
                    <a:pt x="31" y="27"/>
                  </a:cubicBezTo>
                  <a:cubicBezTo>
                    <a:pt x="31" y="30"/>
                    <a:pt x="31" y="32"/>
                    <a:pt x="30" y="34"/>
                  </a:cubicBezTo>
                  <a:cubicBezTo>
                    <a:pt x="29" y="36"/>
                    <a:pt x="27" y="38"/>
                    <a:pt x="25" y="39"/>
                  </a:cubicBezTo>
                  <a:cubicBezTo>
                    <a:pt x="22" y="40"/>
                    <a:pt x="19" y="40"/>
                    <a:pt x="16" y="40"/>
                  </a:cubicBezTo>
                  <a:cubicBezTo>
                    <a:pt x="12" y="40"/>
                    <a:pt x="10" y="40"/>
                    <a:pt x="8" y="39"/>
                  </a:cubicBezTo>
                  <a:cubicBezTo>
                    <a:pt x="6" y="38"/>
                    <a:pt x="4" y="37"/>
                    <a:pt x="3" y="35"/>
                  </a:cubicBezTo>
                  <a:cubicBezTo>
                    <a:pt x="1" y="34"/>
                    <a:pt x="0" y="32"/>
                    <a:pt x="0" y="29"/>
                  </a:cubicBezTo>
                  <a:cubicBezTo>
                    <a:pt x="10" y="28"/>
                    <a:pt x="10" y="28"/>
                    <a:pt x="10" y="28"/>
                  </a:cubicBezTo>
                  <a:cubicBezTo>
                    <a:pt x="11" y="30"/>
                    <a:pt x="11" y="32"/>
                    <a:pt x="12" y="32"/>
                  </a:cubicBezTo>
                  <a:cubicBezTo>
                    <a:pt x="13" y="33"/>
                    <a:pt x="14" y="34"/>
                    <a:pt x="16" y="34"/>
                  </a:cubicBezTo>
                  <a:cubicBezTo>
                    <a:pt x="17" y="34"/>
                    <a:pt x="18" y="33"/>
                    <a:pt x="19" y="32"/>
                  </a:cubicBezTo>
                  <a:cubicBezTo>
                    <a:pt x="20" y="31"/>
                    <a:pt x="21" y="30"/>
                    <a:pt x="21" y="28"/>
                  </a:cubicBezTo>
                  <a:cubicBezTo>
                    <a:pt x="21" y="26"/>
                    <a:pt x="20" y="25"/>
                    <a:pt x="19" y="24"/>
                  </a:cubicBezTo>
                  <a:cubicBezTo>
                    <a:pt x="18" y="23"/>
                    <a:pt x="17" y="22"/>
                    <a:pt x="15" y="22"/>
                  </a:cubicBezTo>
                  <a:cubicBezTo>
                    <a:pt x="15" y="22"/>
                    <a:pt x="14" y="23"/>
                    <a:pt x="12" y="23"/>
                  </a:cubicBezTo>
                  <a:cubicBezTo>
                    <a:pt x="13" y="15"/>
                    <a:pt x="13" y="15"/>
                    <a:pt x="13" y="15"/>
                  </a:cubicBezTo>
                  <a:cubicBezTo>
                    <a:pt x="13" y="15"/>
                    <a:pt x="14" y="15"/>
                    <a:pt x="14" y="15"/>
                  </a:cubicBezTo>
                  <a:cubicBezTo>
                    <a:pt x="15" y="15"/>
                    <a:pt x="17" y="15"/>
                    <a:pt x="17" y="14"/>
                  </a:cubicBezTo>
                  <a:cubicBezTo>
                    <a:pt x="18" y="13"/>
                    <a:pt x="19" y="12"/>
                    <a:pt x="19" y="11"/>
                  </a:cubicBezTo>
                  <a:cubicBezTo>
                    <a:pt x="19" y="10"/>
                    <a:pt x="18" y="9"/>
                    <a:pt x="18" y="8"/>
                  </a:cubicBezTo>
                  <a:cubicBezTo>
                    <a:pt x="17" y="7"/>
                    <a:pt x="16" y="7"/>
                    <a:pt x="15" y="7"/>
                  </a:cubicBezTo>
                  <a:cubicBezTo>
                    <a:pt x="14" y="7"/>
                    <a:pt x="13" y="7"/>
                    <a:pt x="12" y="8"/>
                  </a:cubicBezTo>
                  <a:cubicBezTo>
                    <a:pt x="11" y="9"/>
                    <a:pt x="11" y="10"/>
                    <a:pt x="10"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59"/>
            <p:cNvSpPr/>
            <p:nvPr/>
          </p:nvSpPr>
          <p:spPr bwMode="auto">
            <a:xfrm>
              <a:off x="5277933" y="5415923"/>
              <a:ext cx="17463" cy="9525"/>
            </a:xfrm>
            <a:custGeom>
              <a:avLst/>
              <a:gdLst>
                <a:gd name="T0" fmla="*/ 0 w 11"/>
                <a:gd name="T1" fmla="*/ 6 h 6"/>
                <a:gd name="T2" fmla="*/ 5 w 11"/>
                <a:gd name="T3" fmla="*/ 5 h 6"/>
                <a:gd name="T4" fmla="*/ 11 w 11"/>
                <a:gd name="T5" fmla="*/ 2 h 6"/>
                <a:gd name="T6" fmla="*/ 8 w 11"/>
                <a:gd name="T7" fmla="*/ 1 h 6"/>
                <a:gd name="T8" fmla="*/ 4 w 11"/>
                <a:gd name="T9" fmla="*/ 0 h 6"/>
                <a:gd name="T10" fmla="*/ 0 w 11"/>
                <a:gd name="T11" fmla="*/ 6 h 6"/>
              </a:gdLst>
              <a:ahLst/>
              <a:cxnLst>
                <a:cxn ang="0">
                  <a:pos x="T0" y="T1"/>
                </a:cxn>
                <a:cxn ang="0">
                  <a:pos x="T2" y="T3"/>
                </a:cxn>
                <a:cxn ang="0">
                  <a:pos x="T4" y="T5"/>
                </a:cxn>
                <a:cxn ang="0">
                  <a:pos x="T6" y="T7"/>
                </a:cxn>
                <a:cxn ang="0">
                  <a:pos x="T8" y="T9"/>
                </a:cxn>
                <a:cxn ang="0">
                  <a:pos x="T10" y="T11"/>
                </a:cxn>
              </a:cxnLst>
              <a:rect l="0" t="0" r="r" b="b"/>
              <a:pathLst>
                <a:path w="11" h="6">
                  <a:moveTo>
                    <a:pt x="0" y="6"/>
                  </a:moveTo>
                  <a:lnTo>
                    <a:pt x="5" y="5"/>
                  </a:lnTo>
                  <a:lnTo>
                    <a:pt x="11" y="2"/>
                  </a:lnTo>
                  <a:lnTo>
                    <a:pt x="8" y="1"/>
                  </a:lnTo>
                  <a:lnTo>
                    <a:pt x="4" y="0"/>
                  </a:ln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60"/>
            <p:cNvSpPr/>
            <p:nvPr/>
          </p:nvSpPr>
          <p:spPr bwMode="auto">
            <a:xfrm>
              <a:off x="5377945" y="4187198"/>
              <a:ext cx="44450" cy="34925"/>
            </a:xfrm>
            <a:custGeom>
              <a:avLst/>
              <a:gdLst>
                <a:gd name="T0" fmla="*/ 22 w 24"/>
                <a:gd name="T1" fmla="*/ 11 h 19"/>
                <a:gd name="T2" fmla="*/ 24 w 24"/>
                <a:gd name="T3" fmla="*/ 8 h 19"/>
                <a:gd name="T4" fmla="*/ 24 w 24"/>
                <a:gd name="T5" fmla="*/ 4 h 19"/>
                <a:gd name="T6" fmla="*/ 21 w 24"/>
                <a:gd name="T7" fmla="*/ 0 h 19"/>
                <a:gd name="T8" fmla="*/ 16 w 24"/>
                <a:gd name="T9" fmla="*/ 0 h 19"/>
                <a:gd name="T10" fmla="*/ 8 w 24"/>
                <a:gd name="T11" fmla="*/ 4 h 19"/>
                <a:gd name="T12" fmla="*/ 0 w 24"/>
                <a:gd name="T13" fmla="*/ 7 h 19"/>
                <a:gd name="T14" fmla="*/ 5 w 24"/>
                <a:gd name="T15" fmla="*/ 19 h 19"/>
                <a:gd name="T16" fmla="*/ 13 w 24"/>
                <a:gd name="T17" fmla="*/ 16 h 19"/>
                <a:gd name="T18" fmla="*/ 22 w 24"/>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9">
                  <a:moveTo>
                    <a:pt x="22" y="11"/>
                  </a:moveTo>
                  <a:cubicBezTo>
                    <a:pt x="23" y="10"/>
                    <a:pt x="24" y="9"/>
                    <a:pt x="24" y="8"/>
                  </a:cubicBezTo>
                  <a:cubicBezTo>
                    <a:pt x="24" y="6"/>
                    <a:pt x="24" y="5"/>
                    <a:pt x="24" y="4"/>
                  </a:cubicBezTo>
                  <a:cubicBezTo>
                    <a:pt x="23" y="2"/>
                    <a:pt x="22" y="1"/>
                    <a:pt x="21" y="0"/>
                  </a:cubicBezTo>
                  <a:cubicBezTo>
                    <a:pt x="19" y="0"/>
                    <a:pt x="18" y="0"/>
                    <a:pt x="16" y="0"/>
                  </a:cubicBezTo>
                  <a:cubicBezTo>
                    <a:pt x="15" y="1"/>
                    <a:pt x="12" y="2"/>
                    <a:pt x="8" y="4"/>
                  </a:cubicBezTo>
                  <a:cubicBezTo>
                    <a:pt x="0" y="7"/>
                    <a:pt x="0" y="7"/>
                    <a:pt x="0" y="7"/>
                  </a:cubicBezTo>
                  <a:cubicBezTo>
                    <a:pt x="5" y="19"/>
                    <a:pt x="5" y="19"/>
                    <a:pt x="5" y="19"/>
                  </a:cubicBezTo>
                  <a:cubicBezTo>
                    <a:pt x="13" y="16"/>
                    <a:pt x="13" y="16"/>
                    <a:pt x="13" y="16"/>
                  </a:cubicBezTo>
                  <a:cubicBezTo>
                    <a:pt x="18" y="13"/>
                    <a:pt x="21" y="12"/>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61"/>
            <p:cNvSpPr/>
            <p:nvPr/>
          </p:nvSpPr>
          <p:spPr bwMode="auto">
            <a:xfrm>
              <a:off x="6297108" y="4461836"/>
              <a:ext cx="36513" cy="46038"/>
            </a:xfrm>
            <a:custGeom>
              <a:avLst/>
              <a:gdLst>
                <a:gd name="T0" fmla="*/ 10 w 20"/>
                <a:gd name="T1" fmla="*/ 23 h 25"/>
                <a:gd name="T2" fmla="*/ 13 w 20"/>
                <a:gd name="T3" fmla="*/ 25 h 25"/>
                <a:gd name="T4" fmla="*/ 17 w 20"/>
                <a:gd name="T5" fmla="*/ 24 h 25"/>
                <a:gd name="T6" fmla="*/ 20 w 20"/>
                <a:gd name="T7" fmla="*/ 20 h 25"/>
                <a:gd name="T8" fmla="*/ 20 w 20"/>
                <a:gd name="T9" fmla="*/ 15 h 25"/>
                <a:gd name="T10" fmla="*/ 15 w 20"/>
                <a:gd name="T11" fmla="*/ 8 h 25"/>
                <a:gd name="T12" fmla="*/ 11 w 20"/>
                <a:gd name="T13" fmla="*/ 0 h 25"/>
                <a:gd name="T14" fmla="*/ 0 w 20"/>
                <a:gd name="T15" fmla="*/ 7 h 25"/>
                <a:gd name="T16" fmla="*/ 4 w 20"/>
                <a:gd name="T17" fmla="*/ 14 h 25"/>
                <a:gd name="T18" fmla="*/ 10 w 20"/>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5">
                  <a:moveTo>
                    <a:pt x="10" y="23"/>
                  </a:moveTo>
                  <a:cubicBezTo>
                    <a:pt x="11" y="24"/>
                    <a:pt x="12" y="24"/>
                    <a:pt x="13" y="25"/>
                  </a:cubicBezTo>
                  <a:cubicBezTo>
                    <a:pt x="15" y="25"/>
                    <a:pt x="16" y="24"/>
                    <a:pt x="17" y="24"/>
                  </a:cubicBezTo>
                  <a:cubicBezTo>
                    <a:pt x="19" y="23"/>
                    <a:pt x="20" y="21"/>
                    <a:pt x="20" y="20"/>
                  </a:cubicBezTo>
                  <a:cubicBezTo>
                    <a:pt x="20" y="19"/>
                    <a:pt x="20" y="17"/>
                    <a:pt x="20" y="15"/>
                  </a:cubicBezTo>
                  <a:cubicBezTo>
                    <a:pt x="19" y="14"/>
                    <a:pt x="18" y="12"/>
                    <a:pt x="15" y="8"/>
                  </a:cubicBezTo>
                  <a:cubicBezTo>
                    <a:pt x="11" y="0"/>
                    <a:pt x="11" y="0"/>
                    <a:pt x="11" y="0"/>
                  </a:cubicBezTo>
                  <a:cubicBezTo>
                    <a:pt x="0" y="7"/>
                    <a:pt x="0" y="7"/>
                    <a:pt x="0" y="7"/>
                  </a:cubicBezTo>
                  <a:cubicBezTo>
                    <a:pt x="4" y="14"/>
                    <a:pt x="4" y="14"/>
                    <a:pt x="4" y="14"/>
                  </a:cubicBezTo>
                  <a:cubicBezTo>
                    <a:pt x="7" y="19"/>
                    <a:pt x="9" y="22"/>
                    <a:pt x="1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62"/>
            <p:cNvSpPr/>
            <p:nvPr/>
          </p:nvSpPr>
          <p:spPr bwMode="auto">
            <a:xfrm>
              <a:off x="4995358" y="4642811"/>
              <a:ext cx="39688" cy="28575"/>
            </a:xfrm>
            <a:custGeom>
              <a:avLst/>
              <a:gdLst>
                <a:gd name="T0" fmla="*/ 25 w 25"/>
                <a:gd name="T1" fmla="*/ 0 h 18"/>
                <a:gd name="T2" fmla="*/ 0 w 25"/>
                <a:gd name="T3" fmla="*/ 3 h 18"/>
                <a:gd name="T4" fmla="*/ 19 w 25"/>
                <a:gd name="T5" fmla="*/ 18 h 18"/>
                <a:gd name="T6" fmla="*/ 25 w 25"/>
                <a:gd name="T7" fmla="*/ 0 h 18"/>
              </a:gdLst>
              <a:ahLst/>
              <a:cxnLst>
                <a:cxn ang="0">
                  <a:pos x="T0" y="T1"/>
                </a:cxn>
                <a:cxn ang="0">
                  <a:pos x="T2" y="T3"/>
                </a:cxn>
                <a:cxn ang="0">
                  <a:pos x="T4" y="T5"/>
                </a:cxn>
                <a:cxn ang="0">
                  <a:pos x="T6" y="T7"/>
                </a:cxn>
              </a:cxnLst>
              <a:rect l="0" t="0" r="r" b="b"/>
              <a:pathLst>
                <a:path w="25" h="18">
                  <a:moveTo>
                    <a:pt x="25" y="0"/>
                  </a:moveTo>
                  <a:lnTo>
                    <a:pt x="0" y="3"/>
                  </a:lnTo>
                  <a:lnTo>
                    <a:pt x="19" y="18"/>
                  </a:lnTo>
                  <a:lnTo>
                    <a:pt x="2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63"/>
            <p:cNvSpPr/>
            <p:nvPr/>
          </p:nvSpPr>
          <p:spPr bwMode="auto">
            <a:xfrm>
              <a:off x="5774820" y="5565148"/>
              <a:ext cx="38100" cy="61913"/>
            </a:xfrm>
            <a:custGeom>
              <a:avLst/>
              <a:gdLst>
                <a:gd name="T0" fmla="*/ 7 w 21"/>
                <a:gd name="T1" fmla="*/ 10 h 33"/>
                <a:gd name="T2" fmla="*/ 4 w 21"/>
                <a:gd name="T3" fmla="*/ 12 h 33"/>
                <a:gd name="T4" fmla="*/ 2 w 21"/>
                <a:gd name="T5" fmla="*/ 15 h 33"/>
                <a:gd name="T6" fmla="*/ 1 w 21"/>
                <a:gd name="T7" fmla="*/ 19 h 33"/>
                <a:gd name="T8" fmla="*/ 0 w 21"/>
                <a:gd name="T9" fmla="*/ 23 h 33"/>
                <a:gd name="T10" fmla="*/ 2 w 21"/>
                <a:gd name="T11" fmla="*/ 26 h 33"/>
                <a:gd name="T12" fmla="*/ 9 w 21"/>
                <a:gd name="T13" fmla="*/ 32 h 33"/>
                <a:gd name="T14" fmla="*/ 12 w 21"/>
                <a:gd name="T15" fmla="*/ 33 h 33"/>
                <a:gd name="T16" fmla="*/ 15 w 21"/>
                <a:gd name="T17" fmla="*/ 33 h 33"/>
                <a:gd name="T18" fmla="*/ 19 w 21"/>
                <a:gd name="T19" fmla="*/ 29 h 33"/>
                <a:gd name="T20" fmla="*/ 20 w 21"/>
                <a:gd name="T21" fmla="*/ 26 h 33"/>
                <a:gd name="T22" fmla="*/ 21 w 21"/>
                <a:gd name="T23" fmla="*/ 24 h 33"/>
                <a:gd name="T24" fmla="*/ 20 w 21"/>
                <a:gd name="T25" fmla="*/ 20 h 33"/>
                <a:gd name="T26" fmla="*/ 14 w 21"/>
                <a:gd name="T27" fmla="*/ 16 h 33"/>
                <a:gd name="T28" fmla="*/ 14 w 21"/>
                <a:gd name="T29" fmla="*/ 11 h 33"/>
                <a:gd name="T30" fmla="*/ 17 w 21"/>
                <a:gd name="T31" fmla="*/ 11 h 33"/>
                <a:gd name="T32" fmla="*/ 18 w 21"/>
                <a:gd name="T33" fmla="*/ 8 h 33"/>
                <a:gd name="T34" fmla="*/ 18 w 21"/>
                <a:gd name="T35" fmla="*/ 5 h 33"/>
                <a:gd name="T36" fmla="*/ 18 w 21"/>
                <a:gd name="T37" fmla="*/ 2 h 33"/>
                <a:gd name="T38" fmla="*/ 15 w 21"/>
                <a:gd name="T39" fmla="*/ 2 h 33"/>
                <a:gd name="T40" fmla="*/ 10 w 21"/>
                <a:gd name="T41" fmla="*/ 8 h 33"/>
                <a:gd name="T42" fmla="*/ 9 w 21"/>
                <a:gd name="T43" fmla="*/ 9 h 33"/>
                <a:gd name="T44" fmla="*/ 7 w 21"/>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33">
                  <a:moveTo>
                    <a:pt x="7" y="10"/>
                  </a:moveTo>
                  <a:cubicBezTo>
                    <a:pt x="5" y="10"/>
                    <a:pt x="4" y="12"/>
                    <a:pt x="4" y="12"/>
                  </a:cubicBezTo>
                  <a:cubicBezTo>
                    <a:pt x="1" y="14"/>
                    <a:pt x="2" y="15"/>
                    <a:pt x="2" y="15"/>
                  </a:cubicBezTo>
                  <a:cubicBezTo>
                    <a:pt x="2" y="16"/>
                    <a:pt x="1" y="19"/>
                    <a:pt x="1" y="19"/>
                  </a:cubicBezTo>
                  <a:cubicBezTo>
                    <a:pt x="0" y="20"/>
                    <a:pt x="0" y="23"/>
                    <a:pt x="0" y="23"/>
                  </a:cubicBezTo>
                  <a:cubicBezTo>
                    <a:pt x="0" y="24"/>
                    <a:pt x="2" y="26"/>
                    <a:pt x="2" y="26"/>
                  </a:cubicBezTo>
                  <a:cubicBezTo>
                    <a:pt x="3" y="29"/>
                    <a:pt x="9" y="32"/>
                    <a:pt x="9" y="32"/>
                  </a:cubicBezTo>
                  <a:cubicBezTo>
                    <a:pt x="10" y="33"/>
                    <a:pt x="11" y="33"/>
                    <a:pt x="12" y="33"/>
                  </a:cubicBezTo>
                  <a:cubicBezTo>
                    <a:pt x="13" y="33"/>
                    <a:pt x="14" y="33"/>
                    <a:pt x="15" y="33"/>
                  </a:cubicBezTo>
                  <a:cubicBezTo>
                    <a:pt x="19" y="33"/>
                    <a:pt x="19" y="29"/>
                    <a:pt x="19" y="29"/>
                  </a:cubicBezTo>
                  <a:cubicBezTo>
                    <a:pt x="18" y="28"/>
                    <a:pt x="20" y="26"/>
                    <a:pt x="20" y="26"/>
                  </a:cubicBezTo>
                  <a:cubicBezTo>
                    <a:pt x="21" y="25"/>
                    <a:pt x="21" y="24"/>
                    <a:pt x="21" y="24"/>
                  </a:cubicBezTo>
                  <a:cubicBezTo>
                    <a:pt x="20" y="23"/>
                    <a:pt x="20" y="20"/>
                    <a:pt x="20" y="20"/>
                  </a:cubicBezTo>
                  <a:cubicBezTo>
                    <a:pt x="18" y="19"/>
                    <a:pt x="14" y="16"/>
                    <a:pt x="14" y="16"/>
                  </a:cubicBezTo>
                  <a:cubicBezTo>
                    <a:pt x="11" y="12"/>
                    <a:pt x="14" y="11"/>
                    <a:pt x="14" y="11"/>
                  </a:cubicBezTo>
                  <a:cubicBezTo>
                    <a:pt x="16" y="12"/>
                    <a:pt x="17" y="11"/>
                    <a:pt x="17" y="11"/>
                  </a:cubicBezTo>
                  <a:cubicBezTo>
                    <a:pt x="19" y="11"/>
                    <a:pt x="18" y="8"/>
                    <a:pt x="18" y="8"/>
                  </a:cubicBezTo>
                  <a:cubicBezTo>
                    <a:pt x="18" y="6"/>
                    <a:pt x="18" y="5"/>
                    <a:pt x="18" y="5"/>
                  </a:cubicBezTo>
                  <a:cubicBezTo>
                    <a:pt x="19" y="2"/>
                    <a:pt x="18" y="2"/>
                    <a:pt x="18" y="2"/>
                  </a:cubicBezTo>
                  <a:cubicBezTo>
                    <a:pt x="16" y="0"/>
                    <a:pt x="15" y="2"/>
                    <a:pt x="15" y="2"/>
                  </a:cubicBezTo>
                  <a:cubicBezTo>
                    <a:pt x="14" y="4"/>
                    <a:pt x="10" y="8"/>
                    <a:pt x="10" y="8"/>
                  </a:cubicBezTo>
                  <a:cubicBezTo>
                    <a:pt x="9" y="8"/>
                    <a:pt x="9" y="9"/>
                    <a:pt x="9" y="9"/>
                  </a:cubicBezTo>
                  <a:cubicBezTo>
                    <a:pt x="8" y="10"/>
                    <a:pt x="7" y="10"/>
                    <a:pt x="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64"/>
            <p:cNvSpPr/>
            <p:nvPr/>
          </p:nvSpPr>
          <p:spPr bwMode="auto">
            <a:xfrm>
              <a:off x="5417633" y="5504823"/>
              <a:ext cx="7938" cy="20638"/>
            </a:xfrm>
            <a:custGeom>
              <a:avLst/>
              <a:gdLst>
                <a:gd name="T0" fmla="*/ 0 w 4"/>
                <a:gd name="T1" fmla="*/ 0 h 11"/>
                <a:gd name="T2" fmla="*/ 2 w 4"/>
                <a:gd name="T3" fmla="*/ 5 h 11"/>
                <a:gd name="T4" fmla="*/ 2 w 4"/>
                <a:gd name="T5" fmla="*/ 7 h 11"/>
                <a:gd name="T6" fmla="*/ 3 w 4"/>
                <a:gd name="T7" fmla="*/ 10 h 11"/>
                <a:gd name="T8" fmla="*/ 4 w 4"/>
                <a:gd name="T9" fmla="*/ 9 h 11"/>
                <a:gd name="T10" fmla="*/ 3 w 4"/>
                <a:gd name="T11" fmla="*/ 3 h 11"/>
                <a:gd name="T12" fmla="*/ 3 w 4"/>
                <a:gd name="T13" fmla="*/ 0 h 11"/>
                <a:gd name="T14" fmla="*/ 0 w 4"/>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0" y="0"/>
                  </a:moveTo>
                  <a:cubicBezTo>
                    <a:pt x="1" y="3"/>
                    <a:pt x="2" y="4"/>
                    <a:pt x="2" y="5"/>
                  </a:cubicBezTo>
                  <a:cubicBezTo>
                    <a:pt x="2" y="6"/>
                    <a:pt x="2" y="7"/>
                    <a:pt x="2" y="7"/>
                  </a:cubicBezTo>
                  <a:cubicBezTo>
                    <a:pt x="4" y="9"/>
                    <a:pt x="3" y="8"/>
                    <a:pt x="3" y="10"/>
                  </a:cubicBezTo>
                  <a:cubicBezTo>
                    <a:pt x="4" y="11"/>
                    <a:pt x="4" y="10"/>
                    <a:pt x="4" y="9"/>
                  </a:cubicBezTo>
                  <a:cubicBezTo>
                    <a:pt x="4" y="8"/>
                    <a:pt x="4" y="5"/>
                    <a:pt x="3" y="3"/>
                  </a:cubicBezTo>
                  <a:cubicBezTo>
                    <a:pt x="3" y="2"/>
                    <a:pt x="3" y="1"/>
                    <a:pt x="3" y="0"/>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65"/>
            <p:cNvSpPr/>
            <p:nvPr/>
          </p:nvSpPr>
          <p:spPr bwMode="auto">
            <a:xfrm>
              <a:off x="5384295" y="5517523"/>
              <a:ext cx="33338" cy="12700"/>
            </a:xfrm>
            <a:custGeom>
              <a:avLst/>
              <a:gdLst>
                <a:gd name="T0" fmla="*/ 0 w 18"/>
                <a:gd name="T1" fmla="*/ 7 h 7"/>
                <a:gd name="T2" fmla="*/ 5 w 18"/>
                <a:gd name="T3" fmla="*/ 6 h 7"/>
                <a:gd name="T4" fmla="*/ 17 w 18"/>
                <a:gd name="T5" fmla="*/ 3 h 7"/>
                <a:gd name="T6" fmla="*/ 18 w 18"/>
                <a:gd name="T7" fmla="*/ 2 h 7"/>
                <a:gd name="T8" fmla="*/ 18 w 18"/>
                <a:gd name="T9" fmla="*/ 2 h 7"/>
                <a:gd name="T10" fmla="*/ 17 w 18"/>
                <a:gd name="T11" fmla="*/ 0 h 7"/>
                <a:gd name="T12" fmla="*/ 0 w 18"/>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18" h="7">
                  <a:moveTo>
                    <a:pt x="0" y="7"/>
                  </a:moveTo>
                  <a:cubicBezTo>
                    <a:pt x="1" y="7"/>
                    <a:pt x="3" y="6"/>
                    <a:pt x="5" y="6"/>
                  </a:cubicBezTo>
                  <a:cubicBezTo>
                    <a:pt x="9" y="6"/>
                    <a:pt x="15" y="5"/>
                    <a:pt x="17" y="3"/>
                  </a:cubicBezTo>
                  <a:cubicBezTo>
                    <a:pt x="18" y="3"/>
                    <a:pt x="18" y="3"/>
                    <a:pt x="18" y="2"/>
                  </a:cubicBezTo>
                  <a:cubicBezTo>
                    <a:pt x="18" y="2"/>
                    <a:pt x="18" y="2"/>
                    <a:pt x="18" y="2"/>
                  </a:cubicBezTo>
                  <a:cubicBezTo>
                    <a:pt x="18" y="1"/>
                    <a:pt x="17" y="1"/>
                    <a:pt x="17" y="0"/>
                  </a:cubicBezTo>
                  <a:cubicBezTo>
                    <a:pt x="12" y="4"/>
                    <a:pt x="3" y="5"/>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66"/>
            <p:cNvSpPr/>
            <p:nvPr/>
          </p:nvSpPr>
          <p:spPr bwMode="auto">
            <a:xfrm>
              <a:off x="5849433" y="4149098"/>
              <a:ext cx="63500" cy="68263"/>
            </a:xfrm>
            <a:custGeom>
              <a:avLst/>
              <a:gdLst>
                <a:gd name="T0" fmla="*/ 12 w 34"/>
                <a:gd name="T1" fmla="*/ 36 h 37"/>
                <a:gd name="T2" fmla="*/ 24 w 34"/>
                <a:gd name="T3" fmla="*/ 35 h 37"/>
                <a:gd name="T4" fmla="*/ 32 w 34"/>
                <a:gd name="T5" fmla="*/ 23 h 37"/>
                <a:gd name="T6" fmla="*/ 32 w 34"/>
                <a:gd name="T7" fmla="*/ 9 h 37"/>
                <a:gd name="T8" fmla="*/ 22 w 34"/>
                <a:gd name="T9" fmla="*/ 2 h 37"/>
                <a:gd name="T10" fmla="*/ 10 w 34"/>
                <a:gd name="T11" fmla="*/ 3 h 37"/>
                <a:gd name="T12" fmla="*/ 2 w 34"/>
                <a:gd name="T13" fmla="*/ 15 h 37"/>
                <a:gd name="T14" fmla="*/ 3 w 34"/>
                <a:gd name="T15" fmla="*/ 29 h 37"/>
                <a:gd name="T16" fmla="*/ 12 w 34"/>
                <a:gd name="T17"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7">
                  <a:moveTo>
                    <a:pt x="12" y="36"/>
                  </a:moveTo>
                  <a:cubicBezTo>
                    <a:pt x="17" y="37"/>
                    <a:pt x="21" y="37"/>
                    <a:pt x="24" y="35"/>
                  </a:cubicBezTo>
                  <a:cubicBezTo>
                    <a:pt x="28" y="33"/>
                    <a:pt x="31" y="29"/>
                    <a:pt x="32" y="23"/>
                  </a:cubicBezTo>
                  <a:cubicBezTo>
                    <a:pt x="34" y="17"/>
                    <a:pt x="34" y="12"/>
                    <a:pt x="32" y="9"/>
                  </a:cubicBezTo>
                  <a:cubicBezTo>
                    <a:pt x="30" y="5"/>
                    <a:pt x="26" y="3"/>
                    <a:pt x="22" y="2"/>
                  </a:cubicBezTo>
                  <a:cubicBezTo>
                    <a:pt x="17" y="0"/>
                    <a:pt x="13" y="1"/>
                    <a:pt x="10" y="3"/>
                  </a:cubicBezTo>
                  <a:cubicBezTo>
                    <a:pt x="6" y="5"/>
                    <a:pt x="3" y="9"/>
                    <a:pt x="2" y="15"/>
                  </a:cubicBezTo>
                  <a:cubicBezTo>
                    <a:pt x="0" y="20"/>
                    <a:pt x="1" y="25"/>
                    <a:pt x="3" y="29"/>
                  </a:cubicBezTo>
                  <a:cubicBezTo>
                    <a:pt x="5" y="33"/>
                    <a:pt x="8" y="35"/>
                    <a:pt x="12"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67"/>
            <p:cNvSpPr>
              <a:spLocks noEditPoints="1"/>
            </p:cNvSpPr>
            <p:nvPr/>
          </p:nvSpPr>
          <p:spPr bwMode="auto">
            <a:xfrm>
              <a:off x="4862008" y="4030036"/>
              <a:ext cx="1677988" cy="1673225"/>
            </a:xfrm>
            <a:custGeom>
              <a:avLst/>
              <a:gdLst>
                <a:gd name="T0" fmla="*/ 812 w 905"/>
                <a:gd name="T1" fmla="*/ 404 h 905"/>
                <a:gd name="T2" fmla="*/ 774 w 905"/>
                <a:gd name="T3" fmla="*/ 279 h 905"/>
                <a:gd name="T4" fmla="*/ 779 w 905"/>
                <a:gd name="T5" fmla="*/ 210 h 905"/>
                <a:gd name="T6" fmla="*/ 721 w 905"/>
                <a:gd name="T7" fmla="*/ 187 h 905"/>
                <a:gd name="T8" fmla="*/ 685 w 905"/>
                <a:gd name="T9" fmla="*/ 149 h 905"/>
                <a:gd name="T10" fmla="*/ 617 w 905"/>
                <a:gd name="T11" fmla="*/ 113 h 905"/>
                <a:gd name="T12" fmla="*/ 564 w 905"/>
                <a:gd name="T13" fmla="*/ 108 h 905"/>
                <a:gd name="T14" fmla="*/ 460 w 905"/>
                <a:gd name="T15" fmla="*/ 45 h 905"/>
                <a:gd name="T16" fmla="*/ 375 w 905"/>
                <a:gd name="T17" fmla="*/ 52 h 905"/>
                <a:gd name="T18" fmla="*/ 348 w 905"/>
                <a:gd name="T19" fmla="*/ 78 h 905"/>
                <a:gd name="T20" fmla="*/ 362 w 905"/>
                <a:gd name="T21" fmla="*/ 92 h 905"/>
                <a:gd name="T22" fmla="*/ 312 w 905"/>
                <a:gd name="T23" fmla="*/ 104 h 905"/>
                <a:gd name="T24" fmla="*/ 250 w 905"/>
                <a:gd name="T25" fmla="*/ 96 h 905"/>
                <a:gd name="T26" fmla="*/ 175 w 905"/>
                <a:gd name="T27" fmla="*/ 151 h 905"/>
                <a:gd name="T28" fmla="*/ 121 w 905"/>
                <a:gd name="T29" fmla="*/ 211 h 905"/>
                <a:gd name="T30" fmla="*/ 120 w 905"/>
                <a:gd name="T31" fmla="*/ 281 h 905"/>
                <a:gd name="T32" fmla="*/ 132 w 905"/>
                <a:gd name="T33" fmla="*/ 289 h 905"/>
                <a:gd name="T34" fmla="*/ 95 w 905"/>
                <a:gd name="T35" fmla="*/ 410 h 905"/>
                <a:gd name="T36" fmla="*/ 41 w 905"/>
                <a:gd name="T37" fmla="*/ 453 h 905"/>
                <a:gd name="T38" fmla="*/ 51 w 905"/>
                <a:gd name="T39" fmla="*/ 518 h 905"/>
                <a:gd name="T40" fmla="*/ 101 w 905"/>
                <a:gd name="T41" fmla="*/ 526 h 905"/>
                <a:gd name="T42" fmla="*/ 238 w 905"/>
                <a:gd name="T43" fmla="*/ 764 h 905"/>
                <a:gd name="T44" fmla="*/ 218 w 905"/>
                <a:gd name="T45" fmla="*/ 741 h 905"/>
                <a:gd name="T46" fmla="*/ 196 w 905"/>
                <a:gd name="T47" fmla="*/ 742 h 905"/>
                <a:gd name="T48" fmla="*/ 289 w 905"/>
                <a:gd name="T49" fmla="*/ 829 h 905"/>
                <a:gd name="T50" fmla="*/ 284 w 905"/>
                <a:gd name="T51" fmla="*/ 801 h 905"/>
                <a:gd name="T52" fmla="*/ 309 w 905"/>
                <a:gd name="T53" fmla="*/ 811 h 905"/>
                <a:gd name="T54" fmla="*/ 317 w 905"/>
                <a:gd name="T55" fmla="*/ 787 h 905"/>
                <a:gd name="T56" fmla="*/ 310 w 905"/>
                <a:gd name="T57" fmla="*/ 842 h 905"/>
                <a:gd name="T58" fmla="*/ 352 w 905"/>
                <a:gd name="T59" fmla="*/ 858 h 905"/>
                <a:gd name="T60" fmla="*/ 420 w 905"/>
                <a:gd name="T61" fmla="*/ 807 h 905"/>
                <a:gd name="T62" fmla="*/ 413 w 905"/>
                <a:gd name="T63" fmla="*/ 875 h 905"/>
                <a:gd name="T64" fmla="*/ 399 w 905"/>
                <a:gd name="T65" fmla="*/ 866 h 905"/>
                <a:gd name="T66" fmla="*/ 430 w 905"/>
                <a:gd name="T67" fmla="*/ 858 h 905"/>
                <a:gd name="T68" fmla="*/ 479 w 905"/>
                <a:gd name="T69" fmla="*/ 856 h 905"/>
                <a:gd name="T70" fmla="*/ 477 w 905"/>
                <a:gd name="T71" fmla="*/ 831 h 905"/>
                <a:gd name="T72" fmla="*/ 529 w 905"/>
                <a:gd name="T73" fmla="*/ 866 h 905"/>
                <a:gd name="T74" fmla="*/ 486 w 905"/>
                <a:gd name="T75" fmla="*/ 850 h 905"/>
                <a:gd name="T76" fmla="*/ 516 w 905"/>
                <a:gd name="T77" fmla="*/ 820 h 905"/>
                <a:gd name="T78" fmla="*/ 599 w 905"/>
                <a:gd name="T79" fmla="*/ 840 h 905"/>
                <a:gd name="T80" fmla="*/ 588 w 905"/>
                <a:gd name="T81" fmla="*/ 834 h 905"/>
                <a:gd name="T82" fmla="*/ 584 w 905"/>
                <a:gd name="T83" fmla="*/ 805 h 905"/>
                <a:gd name="T84" fmla="*/ 599 w 905"/>
                <a:gd name="T85" fmla="*/ 796 h 905"/>
                <a:gd name="T86" fmla="*/ 616 w 905"/>
                <a:gd name="T87" fmla="*/ 825 h 905"/>
                <a:gd name="T88" fmla="*/ 655 w 905"/>
                <a:gd name="T89" fmla="*/ 793 h 905"/>
                <a:gd name="T90" fmla="*/ 654 w 905"/>
                <a:gd name="T91" fmla="*/ 760 h 905"/>
                <a:gd name="T92" fmla="*/ 663 w 905"/>
                <a:gd name="T93" fmla="*/ 752 h 905"/>
                <a:gd name="T94" fmla="*/ 668 w 905"/>
                <a:gd name="T95" fmla="*/ 737 h 905"/>
                <a:gd name="T96" fmla="*/ 676 w 905"/>
                <a:gd name="T97" fmla="*/ 737 h 905"/>
                <a:gd name="T98" fmla="*/ 677 w 905"/>
                <a:gd name="T99" fmla="*/ 721 h 905"/>
                <a:gd name="T100" fmla="*/ 691 w 905"/>
                <a:gd name="T101" fmla="*/ 738 h 905"/>
                <a:gd name="T102" fmla="*/ 665 w 905"/>
                <a:gd name="T103" fmla="*/ 771 h 905"/>
                <a:gd name="T104" fmla="*/ 688 w 905"/>
                <a:gd name="T105" fmla="*/ 807 h 905"/>
                <a:gd name="T106" fmla="*/ 679 w 905"/>
                <a:gd name="T107" fmla="*/ 769 h 905"/>
                <a:gd name="T108" fmla="*/ 705 w 905"/>
                <a:gd name="T109" fmla="*/ 766 h 905"/>
                <a:gd name="T110" fmla="*/ 778 w 905"/>
                <a:gd name="T111" fmla="*/ 296 h 905"/>
                <a:gd name="T112" fmla="*/ 810 w 905"/>
                <a:gd name="T113" fmla="*/ 386 h 905"/>
                <a:gd name="T114" fmla="*/ 843 w 905"/>
                <a:gd name="T115" fmla="*/ 516 h 905"/>
                <a:gd name="T116" fmla="*/ 807 w 905"/>
                <a:gd name="T117" fmla="*/ 478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5" h="905">
                  <a:moveTo>
                    <a:pt x="453" y="0"/>
                  </a:moveTo>
                  <a:cubicBezTo>
                    <a:pt x="203" y="0"/>
                    <a:pt x="0" y="203"/>
                    <a:pt x="0" y="453"/>
                  </a:cubicBezTo>
                  <a:cubicBezTo>
                    <a:pt x="0" y="702"/>
                    <a:pt x="203" y="905"/>
                    <a:pt x="453" y="905"/>
                  </a:cubicBezTo>
                  <a:cubicBezTo>
                    <a:pt x="703" y="905"/>
                    <a:pt x="905" y="702"/>
                    <a:pt x="905" y="453"/>
                  </a:cubicBezTo>
                  <a:cubicBezTo>
                    <a:pt x="905" y="203"/>
                    <a:pt x="703" y="0"/>
                    <a:pt x="453" y="0"/>
                  </a:cubicBezTo>
                  <a:close/>
                  <a:moveTo>
                    <a:pt x="858" y="430"/>
                  </a:moveTo>
                  <a:cubicBezTo>
                    <a:pt x="849" y="431"/>
                    <a:pt x="849" y="431"/>
                    <a:pt x="849" y="431"/>
                  </a:cubicBezTo>
                  <a:cubicBezTo>
                    <a:pt x="846" y="400"/>
                    <a:pt x="846" y="400"/>
                    <a:pt x="846" y="400"/>
                  </a:cubicBezTo>
                  <a:cubicBezTo>
                    <a:pt x="835" y="401"/>
                    <a:pt x="835" y="401"/>
                    <a:pt x="835" y="401"/>
                  </a:cubicBezTo>
                  <a:cubicBezTo>
                    <a:pt x="838" y="430"/>
                    <a:pt x="838" y="430"/>
                    <a:pt x="838" y="430"/>
                  </a:cubicBezTo>
                  <a:cubicBezTo>
                    <a:pt x="829" y="431"/>
                    <a:pt x="829" y="431"/>
                    <a:pt x="829" y="431"/>
                  </a:cubicBezTo>
                  <a:cubicBezTo>
                    <a:pt x="826" y="402"/>
                    <a:pt x="826" y="402"/>
                    <a:pt x="826" y="402"/>
                  </a:cubicBezTo>
                  <a:cubicBezTo>
                    <a:pt x="812" y="404"/>
                    <a:pt x="812" y="404"/>
                    <a:pt x="812" y="404"/>
                  </a:cubicBezTo>
                  <a:cubicBezTo>
                    <a:pt x="816" y="435"/>
                    <a:pt x="816" y="435"/>
                    <a:pt x="816" y="435"/>
                  </a:cubicBezTo>
                  <a:cubicBezTo>
                    <a:pt x="807" y="436"/>
                    <a:pt x="807" y="436"/>
                    <a:pt x="807" y="436"/>
                  </a:cubicBezTo>
                  <a:cubicBezTo>
                    <a:pt x="802" y="393"/>
                    <a:pt x="802" y="393"/>
                    <a:pt x="802" y="393"/>
                  </a:cubicBezTo>
                  <a:cubicBezTo>
                    <a:pt x="854" y="388"/>
                    <a:pt x="854" y="388"/>
                    <a:pt x="854" y="388"/>
                  </a:cubicBezTo>
                  <a:lnTo>
                    <a:pt x="858" y="430"/>
                  </a:lnTo>
                  <a:close/>
                  <a:moveTo>
                    <a:pt x="799" y="241"/>
                  </a:moveTo>
                  <a:cubicBezTo>
                    <a:pt x="802" y="246"/>
                    <a:pt x="804" y="250"/>
                    <a:pt x="804" y="253"/>
                  </a:cubicBezTo>
                  <a:cubicBezTo>
                    <a:pt x="805" y="256"/>
                    <a:pt x="805" y="258"/>
                    <a:pt x="804" y="261"/>
                  </a:cubicBezTo>
                  <a:cubicBezTo>
                    <a:pt x="803" y="264"/>
                    <a:pt x="801" y="266"/>
                    <a:pt x="798" y="267"/>
                  </a:cubicBezTo>
                  <a:cubicBezTo>
                    <a:pt x="795" y="269"/>
                    <a:pt x="791" y="270"/>
                    <a:pt x="788" y="269"/>
                  </a:cubicBezTo>
                  <a:cubicBezTo>
                    <a:pt x="784" y="268"/>
                    <a:pt x="781" y="266"/>
                    <a:pt x="778" y="262"/>
                  </a:cubicBezTo>
                  <a:cubicBezTo>
                    <a:pt x="778" y="265"/>
                    <a:pt x="778" y="267"/>
                    <a:pt x="778" y="269"/>
                  </a:cubicBezTo>
                  <a:cubicBezTo>
                    <a:pt x="777" y="272"/>
                    <a:pt x="776" y="275"/>
                    <a:pt x="774" y="279"/>
                  </a:cubicBezTo>
                  <a:cubicBezTo>
                    <a:pt x="769" y="291"/>
                    <a:pt x="769" y="291"/>
                    <a:pt x="769" y="291"/>
                  </a:cubicBezTo>
                  <a:cubicBezTo>
                    <a:pt x="762" y="279"/>
                    <a:pt x="762" y="279"/>
                    <a:pt x="762" y="279"/>
                  </a:cubicBezTo>
                  <a:cubicBezTo>
                    <a:pt x="767" y="266"/>
                    <a:pt x="767" y="266"/>
                    <a:pt x="767" y="266"/>
                  </a:cubicBezTo>
                  <a:cubicBezTo>
                    <a:pt x="769" y="261"/>
                    <a:pt x="770" y="258"/>
                    <a:pt x="770" y="257"/>
                  </a:cubicBezTo>
                  <a:cubicBezTo>
                    <a:pt x="771" y="255"/>
                    <a:pt x="771" y="254"/>
                    <a:pt x="770" y="253"/>
                  </a:cubicBezTo>
                  <a:cubicBezTo>
                    <a:pt x="770" y="252"/>
                    <a:pt x="769" y="250"/>
                    <a:pt x="768" y="248"/>
                  </a:cubicBezTo>
                  <a:cubicBezTo>
                    <a:pt x="766" y="246"/>
                    <a:pt x="766" y="246"/>
                    <a:pt x="766" y="246"/>
                  </a:cubicBezTo>
                  <a:cubicBezTo>
                    <a:pt x="748" y="257"/>
                    <a:pt x="748" y="257"/>
                    <a:pt x="748" y="257"/>
                  </a:cubicBezTo>
                  <a:cubicBezTo>
                    <a:pt x="742" y="247"/>
                    <a:pt x="742" y="247"/>
                    <a:pt x="742" y="247"/>
                  </a:cubicBezTo>
                  <a:cubicBezTo>
                    <a:pt x="786" y="220"/>
                    <a:pt x="786" y="220"/>
                    <a:pt x="786" y="220"/>
                  </a:cubicBezTo>
                  <a:lnTo>
                    <a:pt x="799" y="241"/>
                  </a:lnTo>
                  <a:close/>
                  <a:moveTo>
                    <a:pt x="750" y="176"/>
                  </a:moveTo>
                  <a:cubicBezTo>
                    <a:pt x="779" y="210"/>
                    <a:pt x="779" y="210"/>
                    <a:pt x="779" y="210"/>
                  </a:cubicBezTo>
                  <a:cubicBezTo>
                    <a:pt x="772" y="216"/>
                    <a:pt x="772" y="216"/>
                    <a:pt x="772" y="216"/>
                  </a:cubicBezTo>
                  <a:cubicBezTo>
                    <a:pt x="761" y="203"/>
                    <a:pt x="761" y="203"/>
                    <a:pt x="761" y="203"/>
                  </a:cubicBezTo>
                  <a:cubicBezTo>
                    <a:pt x="728" y="230"/>
                    <a:pt x="728" y="230"/>
                    <a:pt x="728" y="230"/>
                  </a:cubicBezTo>
                  <a:cubicBezTo>
                    <a:pt x="721" y="221"/>
                    <a:pt x="721" y="221"/>
                    <a:pt x="721" y="221"/>
                  </a:cubicBezTo>
                  <a:cubicBezTo>
                    <a:pt x="754" y="194"/>
                    <a:pt x="754" y="194"/>
                    <a:pt x="754" y="194"/>
                  </a:cubicBezTo>
                  <a:cubicBezTo>
                    <a:pt x="744" y="181"/>
                    <a:pt x="744" y="181"/>
                    <a:pt x="744" y="181"/>
                  </a:cubicBezTo>
                  <a:lnTo>
                    <a:pt x="750" y="176"/>
                  </a:lnTo>
                  <a:close/>
                  <a:moveTo>
                    <a:pt x="742" y="167"/>
                  </a:moveTo>
                  <a:cubicBezTo>
                    <a:pt x="736" y="174"/>
                    <a:pt x="736" y="174"/>
                    <a:pt x="736" y="174"/>
                  </a:cubicBezTo>
                  <a:cubicBezTo>
                    <a:pt x="714" y="153"/>
                    <a:pt x="714" y="153"/>
                    <a:pt x="714" y="153"/>
                  </a:cubicBezTo>
                  <a:cubicBezTo>
                    <a:pt x="706" y="162"/>
                    <a:pt x="706" y="162"/>
                    <a:pt x="706" y="162"/>
                  </a:cubicBezTo>
                  <a:cubicBezTo>
                    <a:pt x="727" y="181"/>
                    <a:pt x="727" y="181"/>
                    <a:pt x="727" y="181"/>
                  </a:cubicBezTo>
                  <a:cubicBezTo>
                    <a:pt x="721" y="187"/>
                    <a:pt x="721" y="187"/>
                    <a:pt x="721" y="187"/>
                  </a:cubicBezTo>
                  <a:cubicBezTo>
                    <a:pt x="700" y="168"/>
                    <a:pt x="700" y="168"/>
                    <a:pt x="700" y="168"/>
                  </a:cubicBezTo>
                  <a:cubicBezTo>
                    <a:pt x="691" y="178"/>
                    <a:pt x="691" y="178"/>
                    <a:pt x="691" y="178"/>
                  </a:cubicBezTo>
                  <a:cubicBezTo>
                    <a:pt x="714" y="200"/>
                    <a:pt x="714" y="200"/>
                    <a:pt x="714" y="200"/>
                  </a:cubicBezTo>
                  <a:cubicBezTo>
                    <a:pt x="708" y="206"/>
                    <a:pt x="708" y="206"/>
                    <a:pt x="708" y="206"/>
                  </a:cubicBezTo>
                  <a:cubicBezTo>
                    <a:pt x="677" y="177"/>
                    <a:pt x="677" y="177"/>
                    <a:pt x="677" y="177"/>
                  </a:cubicBezTo>
                  <a:cubicBezTo>
                    <a:pt x="711" y="139"/>
                    <a:pt x="711" y="139"/>
                    <a:pt x="711" y="139"/>
                  </a:cubicBezTo>
                  <a:lnTo>
                    <a:pt x="742" y="167"/>
                  </a:lnTo>
                  <a:close/>
                  <a:moveTo>
                    <a:pt x="665" y="105"/>
                  </a:moveTo>
                  <a:cubicBezTo>
                    <a:pt x="680" y="116"/>
                    <a:pt x="680" y="116"/>
                    <a:pt x="680" y="116"/>
                  </a:cubicBezTo>
                  <a:cubicBezTo>
                    <a:pt x="686" y="120"/>
                    <a:pt x="689" y="122"/>
                    <a:pt x="691" y="124"/>
                  </a:cubicBezTo>
                  <a:cubicBezTo>
                    <a:pt x="693" y="127"/>
                    <a:pt x="694" y="130"/>
                    <a:pt x="695" y="133"/>
                  </a:cubicBezTo>
                  <a:cubicBezTo>
                    <a:pt x="695" y="136"/>
                    <a:pt x="694" y="140"/>
                    <a:pt x="692" y="143"/>
                  </a:cubicBezTo>
                  <a:cubicBezTo>
                    <a:pt x="690" y="146"/>
                    <a:pt x="688" y="148"/>
                    <a:pt x="685" y="149"/>
                  </a:cubicBezTo>
                  <a:cubicBezTo>
                    <a:pt x="683" y="150"/>
                    <a:pt x="681" y="150"/>
                    <a:pt x="679" y="150"/>
                  </a:cubicBezTo>
                  <a:cubicBezTo>
                    <a:pt x="676" y="150"/>
                    <a:pt x="674" y="149"/>
                    <a:pt x="672" y="149"/>
                  </a:cubicBezTo>
                  <a:cubicBezTo>
                    <a:pt x="670" y="148"/>
                    <a:pt x="666" y="145"/>
                    <a:pt x="662" y="143"/>
                  </a:cubicBezTo>
                  <a:cubicBezTo>
                    <a:pt x="656" y="138"/>
                    <a:pt x="656" y="138"/>
                    <a:pt x="656" y="138"/>
                  </a:cubicBezTo>
                  <a:cubicBezTo>
                    <a:pt x="645" y="154"/>
                    <a:pt x="645" y="154"/>
                    <a:pt x="645" y="154"/>
                  </a:cubicBezTo>
                  <a:cubicBezTo>
                    <a:pt x="635" y="148"/>
                    <a:pt x="635" y="148"/>
                    <a:pt x="635" y="148"/>
                  </a:cubicBezTo>
                  <a:lnTo>
                    <a:pt x="665" y="105"/>
                  </a:lnTo>
                  <a:close/>
                  <a:moveTo>
                    <a:pt x="632" y="87"/>
                  </a:moveTo>
                  <a:cubicBezTo>
                    <a:pt x="629" y="95"/>
                    <a:pt x="629" y="95"/>
                    <a:pt x="629" y="95"/>
                  </a:cubicBezTo>
                  <a:cubicBezTo>
                    <a:pt x="603" y="84"/>
                    <a:pt x="603" y="84"/>
                    <a:pt x="603" y="84"/>
                  </a:cubicBezTo>
                  <a:cubicBezTo>
                    <a:pt x="598" y="95"/>
                    <a:pt x="598" y="95"/>
                    <a:pt x="598" y="95"/>
                  </a:cubicBezTo>
                  <a:cubicBezTo>
                    <a:pt x="620" y="105"/>
                    <a:pt x="620" y="105"/>
                    <a:pt x="620" y="105"/>
                  </a:cubicBezTo>
                  <a:cubicBezTo>
                    <a:pt x="617" y="113"/>
                    <a:pt x="617" y="113"/>
                    <a:pt x="617" y="113"/>
                  </a:cubicBezTo>
                  <a:cubicBezTo>
                    <a:pt x="595" y="103"/>
                    <a:pt x="595" y="103"/>
                    <a:pt x="595" y="103"/>
                  </a:cubicBezTo>
                  <a:cubicBezTo>
                    <a:pt x="586" y="123"/>
                    <a:pt x="586" y="123"/>
                    <a:pt x="586" y="123"/>
                  </a:cubicBezTo>
                  <a:cubicBezTo>
                    <a:pt x="576" y="119"/>
                    <a:pt x="576" y="119"/>
                    <a:pt x="576" y="119"/>
                  </a:cubicBezTo>
                  <a:cubicBezTo>
                    <a:pt x="596" y="71"/>
                    <a:pt x="596" y="71"/>
                    <a:pt x="596" y="71"/>
                  </a:cubicBezTo>
                  <a:lnTo>
                    <a:pt x="632" y="87"/>
                  </a:lnTo>
                  <a:close/>
                  <a:moveTo>
                    <a:pt x="523" y="77"/>
                  </a:moveTo>
                  <a:cubicBezTo>
                    <a:pt x="525" y="72"/>
                    <a:pt x="527" y="68"/>
                    <a:pt x="529" y="65"/>
                  </a:cubicBezTo>
                  <a:cubicBezTo>
                    <a:pt x="531" y="63"/>
                    <a:pt x="534" y="61"/>
                    <a:pt x="536" y="59"/>
                  </a:cubicBezTo>
                  <a:cubicBezTo>
                    <a:pt x="539" y="58"/>
                    <a:pt x="542" y="57"/>
                    <a:pt x="545" y="57"/>
                  </a:cubicBezTo>
                  <a:cubicBezTo>
                    <a:pt x="548" y="56"/>
                    <a:pt x="553" y="57"/>
                    <a:pt x="557" y="58"/>
                  </a:cubicBezTo>
                  <a:cubicBezTo>
                    <a:pt x="565" y="60"/>
                    <a:pt x="571" y="64"/>
                    <a:pt x="575" y="70"/>
                  </a:cubicBezTo>
                  <a:cubicBezTo>
                    <a:pt x="578" y="76"/>
                    <a:pt x="579" y="83"/>
                    <a:pt x="577" y="91"/>
                  </a:cubicBezTo>
                  <a:cubicBezTo>
                    <a:pt x="575" y="99"/>
                    <a:pt x="570" y="105"/>
                    <a:pt x="564" y="108"/>
                  </a:cubicBezTo>
                  <a:cubicBezTo>
                    <a:pt x="558" y="111"/>
                    <a:pt x="551" y="112"/>
                    <a:pt x="543" y="110"/>
                  </a:cubicBezTo>
                  <a:cubicBezTo>
                    <a:pt x="535" y="108"/>
                    <a:pt x="529" y="104"/>
                    <a:pt x="526" y="98"/>
                  </a:cubicBezTo>
                  <a:cubicBezTo>
                    <a:pt x="522" y="92"/>
                    <a:pt x="521" y="85"/>
                    <a:pt x="523" y="77"/>
                  </a:cubicBezTo>
                  <a:close/>
                  <a:moveTo>
                    <a:pt x="460" y="45"/>
                  </a:moveTo>
                  <a:cubicBezTo>
                    <a:pt x="473" y="66"/>
                    <a:pt x="473" y="66"/>
                    <a:pt x="473" y="66"/>
                  </a:cubicBezTo>
                  <a:cubicBezTo>
                    <a:pt x="487" y="46"/>
                    <a:pt x="487" y="46"/>
                    <a:pt x="487" y="46"/>
                  </a:cubicBezTo>
                  <a:cubicBezTo>
                    <a:pt x="500" y="47"/>
                    <a:pt x="500" y="47"/>
                    <a:pt x="500" y="47"/>
                  </a:cubicBezTo>
                  <a:cubicBezTo>
                    <a:pt x="477" y="76"/>
                    <a:pt x="477" y="76"/>
                    <a:pt x="477" y="76"/>
                  </a:cubicBezTo>
                  <a:cubicBezTo>
                    <a:pt x="476" y="97"/>
                    <a:pt x="476" y="97"/>
                    <a:pt x="476" y="97"/>
                  </a:cubicBezTo>
                  <a:cubicBezTo>
                    <a:pt x="465" y="97"/>
                    <a:pt x="465" y="97"/>
                    <a:pt x="465" y="97"/>
                  </a:cubicBezTo>
                  <a:cubicBezTo>
                    <a:pt x="466" y="75"/>
                    <a:pt x="466" y="75"/>
                    <a:pt x="466" y="75"/>
                  </a:cubicBezTo>
                  <a:cubicBezTo>
                    <a:pt x="447" y="44"/>
                    <a:pt x="447" y="44"/>
                    <a:pt x="447" y="44"/>
                  </a:cubicBezTo>
                  <a:lnTo>
                    <a:pt x="460" y="45"/>
                  </a:lnTo>
                  <a:close/>
                  <a:moveTo>
                    <a:pt x="441" y="44"/>
                  </a:moveTo>
                  <a:cubicBezTo>
                    <a:pt x="442" y="53"/>
                    <a:pt x="442" y="53"/>
                    <a:pt x="442" y="53"/>
                  </a:cubicBezTo>
                  <a:cubicBezTo>
                    <a:pt x="425" y="54"/>
                    <a:pt x="425" y="54"/>
                    <a:pt x="425" y="54"/>
                  </a:cubicBezTo>
                  <a:cubicBezTo>
                    <a:pt x="428" y="97"/>
                    <a:pt x="428" y="97"/>
                    <a:pt x="428" y="97"/>
                  </a:cubicBezTo>
                  <a:cubicBezTo>
                    <a:pt x="417" y="98"/>
                    <a:pt x="417" y="98"/>
                    <a:pt x="417" y="98"/>
                  </a:cubicBezTo>
                  <a:cubicBezTo>
                    <a:pt x="413" y="55"/>
                    <a:pt x="413" y="55"/>
                    <a:pt x="413" y="55"/>
                  </a:cubicBezTo>
                  <a:cubicBezTo>
                    <a:pt x="397" y="56"/>
                    <a:pt x="397" y="56"/>
                    <a:pt x="397" y="56"/>
                  </a:cubicBezTo>
                  <a:cubicBezTo>
                    <a:pt x="396" y="48"/>
                    <a:pt x="396" y="48"/>
                    <a:pt x="396" y="48"/>
                  </a:cubicBezTo>
                  <a:lnTo>
                    <a:pt x="441" y="44"/>
                  </a:lnTo>
                  <a:close/>
                  <a:moveTo>
                    <a:pt x="386" y="50"/>
                  </a:moveTo>
                  <a:cubicBezTo>
                    <a:pt x="395" y="101"/>
                    <a:pt x="395" y="101"/>
                    <a:pt x="395" y="101"/>
                  </a:cubicBezTo>
                  <a:cubicBezTo>
                    <a:pt x="384" y="103"/>
                    <a:pt x="384" y="103"/>
                    <a:pt x="384" y="103"/>
                  </a:cubicBezTo>
                  <a:cubicBezTo>
                    <a:pt x="375" y="52"/>
                    <a:pt x="375" y="52"/>
                    <a:pt x="375" y="52"/>
                  </a:cubicBezTo>
                  <a:lnTo>
                    <a:pt x="386" y="50"/>
                  </a:lnTo>
                  <a:close/>
                  <a:moveTo>
                    <a:pt x="324" y="70"/>
                  </a:moveTo>
                  <a:cubicBezTo>
                    <a:pt x="325" y="68"/>
                    <a:pt x="327" y="65"/>
                    <a:pt x="330" y="63"/>
                  </a:cubicBezTo>
                  <a:cubicBezTo>
                    <a:pt x="333" y="61"/>
                    <a:pt x="336" y="60"/>
                    <a:pt x="340" y="59"/>
                  </a:cubicBezTo>
                  <a:cubicBezTo>
                    <a:pt x="347" y="57"/>
                    <a:pt x="353" y="57"/>
                    <a:pt x="357" y="59"/>
                  </a:cubicBezTo>
                  <a:cubicBezTo>
                    <a:pt x="361" y="60"/>
                    <a:pt x="364" y="63"/>
                    <a:pt x="365" y="68"/>
                  </a:cubicBezTo>
                  <a:cubicBezTo>
                    <a:pt x="354" y="71"/>
                    <a:pt x="354" y="71"/>
                    <a:pt x="354" y="71"/>
                  </a:cubicBezTo>
                  <a:cubicBezTo>
                    <a:pt x="353" y="69"/>
                    <a:pt x="352" y="67"/>
                    <a:pt x="350" y="67"/>
                  </a:cubicBezTo>
                  <a:cubicBezTo>
                    <a:pt x="348" y="66"/>
                    <a:pt x="345" y="66"/>
                    <a:pt x="342" y="67"/>
                  </a:cubicBezTo>
                  <a:cubicBezTo>
                    <a:pt x="339" y="68"/>
                    <a:pt x="337" y="69"/>
                    <a:pt x="335" y="71"/>
                  </a:cubicBezTo>
                  <a:cubicBezTo>
                    <a:pt x="334" y="72"/>
                    <a:pt x="334" y="73"/>
                    <a:pt x="334" y="74"/>
                  </a:cubicBezTo>
                  <a:cubicBezTo>
                    <a:pt x="335" y="76"/>
                    <a:pt x="336" y="76"/>
                    <a:pt x="337" y="77"/>
                  </a:cubicBezTo>
                  <a:cubicBezTo>
                    <a:pt x="339" y="78"/>
                    <a:pt x="342" y="78"/>
                    <a:pt x="348" y="78"/>
                  </a:cubicBezTo>
                  <a:cubicBezTo>
                    <a:pt x="354" y="77"/>
                    <a:pt x="358" y="77"/>
                    <a:pt x="361" y="78"/>
                  </a:cubicBezTo>
                  <a:cubicBezTo>
                    <a:pt x="364" y="79"/>
                    <a:pt x="366" y="80"/>
                    <a:pt x="368" y="81"/>
                  </a:cubicBezTo>
                  <a:cubicBezTo>
                    <a:pt x="370" y="83"/>
                    <a:pt x="372" y="86"/>
                    <a:pt x="373" y="89"/>
                  </a:cubicBezTo>
                  <a:cubicBezTo>
                    <a:pt x="373" y="92"/>
                    <a:pt x="373" y="95"/>
                    <a:pt x="372" y="98"/>
                  </a:cubicBezTo>
                  <a:cubicBezTo>
                    <a:pt x="371" y="101"/>
                    <a:pt x="369" y="103"/>
                    <a:pt x="366" y="105"/>
                  </a:cubicBezTo>
                  <a:cubicBezTo>
                    <a:pt x="364" y="107"/>
                    <a:pt x="360" y="109"/>
                    <a:pt x="355" y="110"/>
                  </a:cubicBezTo>
                  <a:cubicBezTo>
                    <a:pt x="348" y="112"/>
                    <a:pt x="342" y="112"/>
                    <a:pt x="338" y="110"/>
                  </a:cubicBezTo>
                  <a:cubicBezTo>
                    <a:pt x="333" y="108"/>
                    <a:pt x="330" y="105"/>
                    <a:pt x="328" y="100"/>
                  </a:cubicBezTo>
                  <a:cubicBezTo>
                    <a:pt x="338" y="96"/>
                    <a:pt x="338" y="96"/>
                    <a:pt x="338" y="96"/>
                  </a:cubicBezTo>
                  <a:cubicBezTo>
                    <a:pt x="340" y="99"/>
                    <a:pt x="342" y="101"/>
                    <a:pt x="344" y="102"/>
                  </a:cubicBezTo>
                  <a:cubicBezTo>
                    <a:pt x="346" y="103"/>
                    <a:pt x="349" y="103"/>
                    <a:pt x="353" y="102"/>
                  </a:cubicBezTo>
                  <a:cubicBezTo>
                    <a:pt x="356" y="101"/>
                    <a:pt x="359" y="99"/>
                    <a:pt x="360" y="97"/>
                  </a:cubicBezTo>
                  <a:cubicBezTo>
                    <a:pt x="362" y="96"/>
                    <a:pt x="362" y="94"/>
                    <a:pt x="362" y="92"/>
                  </a:cubicBezTo>
                  <a:cubicBezTo>
                    <a:pt x="361" y="91"/>
                    <a:pt x="361" y="90"/>
                    <a:pt x="360" y="89"/>
                  </a:cubicBezTo>
                  <a:cubicBezTo>
                    <a:pt x="359" y="89"/>
                    <a:pt x="357" y="88"/>
                    <a:pt x="355" y="88"/>
                  </a:cubicBezTo>
                  <a:cubicBezTo>
                    <a:pt x="354" y="88"/>
                    <a:pt x="351" y="88"/>
                    <a:pt x="346" y="88"/>
                  </a:cubicBezTo>
                  <a:cubicBezTo>
                    <a:pt x="339" y="89"/>
                    <a:pt x="335" y="88"/>
                    <a:pt x="332" y="87"/>
                  </a:cubicBezTo>
                  <a:cubicBezTo>
                    <a:pt x="328" y="85"/>
                    <a:pt x="325" y="82"/>
                    <a:pt x="324" y="78"/>
                  </a:cubicBezTo>
                  <a:cubicBezTo>
                    <a:pt x="323" y="76"/>
                    <a:pt x="323" y="73"/>
                    <a:pt x="324" y="70"/>
                  </a:cubicBezTo>
                  <a:close/>
                  <a:moveTo>
                    <a:pt x="286" y="79"/>
                  </a:moveTo>
                  <a:cubicBezTo>
                    <a:pt x="292" y="77"/>
                    <a:pt x="296" y="75"/>
                    <a:pt x="299" y="75"/>
                  </a:cubicBezTo>
                  <a:cubicBezTo>
                    <a:pt x="302" y="75"/>
                    <a:pt x="304" y="75"/>
                    <a:pt x="307" y="77"/>
                  </a:cubicBezTo>
                  <a:cubicBezTo>
                    <a:pt x="309" y="78"/>
                    <a:pt x="311" y="80"/>
                    <a:pt x="312" y="83"/>
                  </a:cubicBezTo>
                  <a:cubicBezTo>
                    <a:pt x="314" y="87"/>
                    <a:pt x="314" y="90"/>
                    <a:pt x="313" y="94"/>
                  </a:cubicBezTo>
                  <a:cubicBezTo>
                    <a:pt x="311" y="97"/>
                    <a:pt x="309" y="100"/>
                    <a:pt x="304" y="102"/>
                  </a:cubicBezTo>
                  <a:cubicBezTo>
                    <a:pt x="307" y="103"/>
                    <a:pt x="310" y="103"/>
                    <a:pt x="312" y="104"/>
                  </a:cubicBezTo>
                  <a:cubicBezTo>
                    <a:pt x="314" y="105"/>
                    <a:pt x="317" y="106"/>
                    <a:pt x="321" y="109"/>
                  </a:cubicBezTo>
                  <a:cubicBezTo>
                    <a:pt x="331" y="115"/>
                    <a:pt x="331" y="115"/>
                    <a:pt x="331" y="115"/>
                  </a:cubicBezTo>
                  <a:cubicBezTo>
                    <a:pt x="319" y="121"/>
                    <a:pt x="319" y="121"/>
                    <a:pt x="319" y="121"/>
                  </a:cubicBezTo>
                  <a:cubicBezTo>
                    <a:pt x="307" y="114"/>
                    <a:pt x="307" y="114"/>
                    <a:pt x="307" y="114"/>
                  </a:cubicBezTo>
                  <a:cubicBezTo>
                    <a:pt x="302" y="112"/>
                    <a:pt x="300" y="110"/>
                    <a:pt x="298" y="109"/>
                  </a:cubicBezTo>
                  <a:cubicBezTo>
                    <a:pt x="297" y="109"/>
                    <a:pt x="295" y="109"/>
                    <a:pt x="294" y="109"/>
                  </a:cubicBezTo>
                  <a:cubicBezTo>
                    <a:pt x="293" y="109"/>
                    <a:pt x="291" y="110"/>
                    <a:pt x="289" y="111"/>
                  </a:cubicBezTo>
                  <a:cubicBezTo>
                    <a:pt x="286" y="112"/>
                    <a:pt x="286" y="112"/>
                    <a:pt x="286" y="112"/>
                  </a:cubicBezTo>
                  <a:cubicBezTo>
                    <a:pt x="295" y="131"/>
                    <a:pt x="295" y="131"/>
                    <a:pt x="295" y="131"/>
                  </a:cubicBezTo>
                  <a:cubicBezTo>
                    <a:pt x="285" y="136"/>
                    <a:pt x="285" y="136"/>
                    <a:pt x="285" y="136"/>
                  </a:cubicBezTo>
                  <a:cubicBezTo>
                    <a:pt x="264" y="89"/>
                    <a:pt x="264" y="89"/>
                    <a:pt x="264" y="89"/>
                  </a:cubicBezTo>
                  <a:lnTo>
                    <a:pt x="286" y="79"/>
                  </a:lnTo>
                  <a:close/>
                  <a:moveTo>
                    <a:pt x="250" y="96"/>
                  </a:moveTo>
                  <a:cubicBezTo>
                    <a:pt x="255" y="104"/>
                    <a:pt x="255" y="104"/>
                    <a:pt x="255" y="104"/>
                  </a:cubicBezTo>
                  <a:cubicBezTo>
                    <a:pt x="229" y="120"/>
                    <a:pt x="229" y="120"/>
                    <a:pt x="229" y="120"/>
                  </a:cubicBezTo>
                  <a:cubicBezTo>
                    <a:pt x="235" y="130"/>
                    <a:pt x="235" y="130"/>
                    <a:pt x="235" y="130"/>
                  </a:cubicBezTo>
                  <a:cubicBezTo>
                    <a:pt x="259" y="115"/>
                    <a:pt x="259" y="115"/>
                    <a:pt x="259" y="115"/>
                  </a:cubicBezTo>
                  <a:cubicBezTo>
                    <a:pt x="264" y="122"/>
                    <a:pt x="264" y="122"/>
                    <a:pt x="264" y="122"/>
                  </a:cubicBezTo>
                  <a:cubicBezTo>
                    <a:pt x="240" y="137"/>
                    <a:pt x="240" y="137"/>
                    <a:pt x="240" y="137"/>
                  </a:cubicBezTo>
                  <a:cubicBezTo>
                    <a:pt x="247" y="149"/>
                    <a:pt x="247" y="149"/>
                    <a:pt x="247" y="149"/>
                  </a:cubicBezTo>
                  <a:cubicBezTo>
                    <a:pt x="274" y="132"/>
                    <a:pt x="274" y="132"/>
                    <a:pt x="274" y="132"/>
                  </a:cubicBezTo>
                  <a:cubicBezTo>
                    <a:pt x="278" y="139"/>
                    <a:pt x="278" y="139"/>
                    <a:pt x="278" y="139"/>
                  </a:cubicBezTo>
                  <a:cubicBezTo>
                    <a:pt x="242" y="162"/>
                    <a:pt x="242" y="162"/>
                    <a:pt x="242" y="162"/>
                  </a:cubicBezTo>
                  <a:cubicBezTo>
                    <a:pt x="214" y="119"/>
                    <a:pt x="214" y="119"/>
                    <a:pt x="214" y="119"/>
                  </a:cubicBezTo>
                  <a:lnTo>
                    <a:pt x="250" y="96"/>
                  </a:lnTo>
                  <a:close/>
                  <a:moveTo>
                    <a:pt x="175" y="151"/>
                  </a:moveTo>
                  <a:cubicBezTo>
                    <a:pt x="210" y="171"/>
                    <a:pt x="210" y="171"/>
                    <a:pt x="210" y="171"/>
                  </a:cubicBezTo>
                  <a:cubicBezTo>
                    <a:pt x="196" y="133"/>
                    <a:pt x="196" y="133"/>
                    <a:pt x="196" y="133"/>
                  </a:cubicBezTo>
                  <a:cubicBezTo>
                    <a:pt x="206" y="125"/>
                    <a:pt x="206" y="125"/>
                    <a:pt x="206" y="125"/>
                  </a:cubicBezTo>
                  <a:cubicBezTo>
                    <a:pt x="223" y="177"/>
                    <a:pt x="223" y="177"/>
                    <a:pt x="223" y="177"/>
                  </a:cubicBezTo>
                  <a:cubicBezTo>
                    <a:pt x="214" y="185"/>
                    <a:pt x="214" y="185"/>
                    <a:pt x="214" y="185"/>
                  </a:cubicBezTo>
                  <a:cubicBezTo>
                    <a:pt x="165" y="159"/>
                    <a:pt x="165" y="159"/>
                    <a:pt x="165" y="159"/>
                  </a:cubicBezTo>
                  <a:lnTo>
                    <a:pt x="175" y="151"/>
                  </a:lnTo>
                  <a:close/>
                  <a:moveTo>
                    <a:pt x="160" y="165"/>
                  </a:moveTo>
                  <a:cubicBezTo>
                    <a:pt x="197" y="201"/>
                    <a:pt x="197" y="201"/>
                    <a:pt x="197" y="201"/>
                  </a:cubicBezTo>
                  <a:cubicBezTo>
                    <a:pt x="189" y="209"/>
                    <a:pt x="189" y="209"/>
                    <a:pt x="189" y="209"/>
                  </a:cubicBezTo>
                  <a:cubicBezTo>
                    <a:pt x="152" y="174"/>
                    <a:pt x="152" y="174"/>
                    <a:pt x="152" y="174"/>
                  </a:cubicBezTo>
                  <a:lnTo>
                    <a:pt x="160" y="165"/>
                  </a:lnTo>
                  <a:close/>
                  <a:moveTo>
                    <a:pt x="121" y="211"/>
                  </a:moveTo>
                  <a:cubicBezTo>
                    <a:pt x="163" y="214"/>
                    <a:pt x="163" y="214"/>
                    <a:pt x="163" y="214"/>
                  </a:cubicBezTo>
                  <a:cubicBezTo>
                    <a:pt x="135" y="193"/>
                    <a:pt x="135" y="193"/>
                    <a:pt x="135" y="193"/>
                  </a:cubicBezTo>
                  <a:cubicBezTo>
                    <a:pt x="142" y="184"/>
                    <a:pt x="142" y="184"/>
                    <a:pt x="142" y="184"/>
                  </a:cubicBezTo>
                  <a:cubicBezTo>
                    <a:pt x="182" y="216"/>
                    <a:pt x="182" y="216"/>
                    <a:pt x="182" y="216"/>
                  </a:cubicBezTo>
                  <a:cubicBezTo>
                    <a:pt x="175" y="225"/>
                    <a:pt x="175" y="225"/>
                    <a:pt x="175" y="225"/>
                  </a:cubicBezTo>
                  <a:cubicBezTo>
                    <a:pt x="134" y="222"/>
                    <a:pt x="134" y="222"/>
                    <a:pt x="134" y="222"/>
                  </a:cubicBezTo>
                  <a:cubicBezTo>
                    <a:pt x="161" y="243"/>
                    <a:pt x="161" y="243"/>
                    <a:pt x="161" y="243"/>
                  </a:cubicBezTo>
                  <a:cubicBezTo>
                    <a:pt x="155" y="252"/>
                    <a:pt x="155" y="252"/>
                    <a:pt x="155" y="252"/>
                  </a:cubicBezTo>
                  <a:cubicBezTo>
                    <a:pt x="114" y="220"/>
                    <a:pt x="114" y="220"/>
                    <a:pt x="114" y="220"/>
                  </a:cubicBezTo>
                  <a:lnTo>
                    <a:pt x="121" y="211"/>
                  </a:lnTo>
                  <a:close/>
                  <a:moveTo>
                    <a:pt x="88" y="264"/>
                  </a:moveTo>
                  <a:cubicBezTo>
                    <a:pt x="112" y="278"/>
                    <a:pt x="112" y="278"/>
                    <a:pt x="112" y="278"/>
                  </a:cubicBezTo>
                  <a:cubicBezTo>
                    <a:pt x="116" y="280"/>
                    <a:pt x="119" y="281"/>
                    <a:pt x="120" y="281"/>
                  </a:cubicBezTo>
                  <a:cubicBezTo>
                    <a:pt x="122" y="282"/>
                    <a:pt x="124" y="282"/>
                    <a:pt x="126" y="281"/>
                  </a:cubicBezTo>
                  <a:cubicBezTo>
                    <a:pt x="128" y="280"/>
                    <a:pt x="130" y="278"/>
                    <a:pt x="132" y="275"/>
                  </a:cubicBezTo>
                  <a:cubicBezTo>
                    <a:pt x="133" y="272"/>
                    <a:pt x="134" y="270"/>
                    <a:pt x="134" y="268"/>
                  </a:cubicBezTo>
                  <a:cubicBezTo>
                    <a:pt x="134" y="266"/>
                    <a:pt x="133" y="264"/>
                    <a:pt x="131" y="263"/>
                  </a:cubicBezTo>
                  <a:cubicBezTo>
                    <a:pt x="130" y="262"/>
                    <a:pt x="127" y="260"/>
                    <a:pt x="124" y="258"/>
                  </a:cubicBezTo>
                  <a:cubicBezTo>
                    <a:pt x="99" y="244"/>
                    <a:pt x="99" y="244"/>
                    <a:pt x="99" y="244"/>
                  </a:cubicBezTo>
                  <a:cubicBezTo>
                    <a:pt x="104" y="234"/>
                    <a:pt x="104" y="234"/>
                    <a:pt x="104" y="234"/>
                  </a:cubicBezTo>
                  <a:cubicBezTo>
                    <a:pt x="128" y="248"/>
                    <a:pt x="128" y="248"/>
                    <a:pt x="128" y="248"/>
                  </a:cubicBezTo>
                  <a:cubicBezTo>
                    <a:pt x="134" y="251"/>
                    <a:pt x="137" y="253"/>
                    <a:pt x="139" y="255"/>
                  </a:cubicBezTo>
                  <a:cubicBezTo>
                    <a:pt x="141" y="257"/>
                    <a:pt x="142" y="259"/>
                    <a:pt x="143" y="261"/>
                  </a:cubicBezTo>
                  <a:cubicBezTo>
                    <a:pt x="144" y="263"/>
                    <a:pt x="144" y="266"/>
                    <a:pt x="144" y="269"/>
                  </a:cubicBezTo>
                  <a:cubicBezTo>
                    <a:pt x="143" y="272"/>
                    <a:pt x="142" y="275"/>
                    <a:pt x="140" y="279"/>
                  </a:cubicBezTo>
                  <a:cubicBezTo>
                    <a:pt x="137" y="284"/>
                    <a:pt x="134" y="287"/>
                    <a:pt x="132" y="289"/>
                  </a:cubicBezTo>
                  <a:cubicBezTo>
                    <a:pt x="130" y="291"/>
                    <a:pt x="127" y="292"/>
                    <a:pt x="125" y="293"/>
                  </a:cubicBezTo>
                  <a:cubicBezTo>
                    <a:pt x="123" y="293"/>
                    <a:pt x="120" y="293"/>
                    <a:pt x="118" y="293"/>
                  </a:cubicBezTo>
                  <a:cubicBezTo>
                    <a:pt x="115" y="292"/>
                    <a:pt x="111" y="290"/>
                    <a:pt x="106" y="287"/>
                  </a:cubicBezTo>
                  <a:cubicBezTo>
                    <a:pt x="82" y="274"/>
                    <a:pt x="82" y="274"/>
                    <a:pt x="82" y="274"/>
                  </a:cubicBezTo>
                  <a:lnTo>
                    <a:pt x="88" y="264"/>
                  </a:lnTo>
                  <a:close/>
                  <a:moveTo>
                    <a:pt x="45" y="402"/>
                  </a:moveTo>
                  <a:cubicBezTo>
                    <a:pt x="82" y="384"/>
                    <a:pt x="82" y="384"/>
                    <a:pt x="82" y="384"/>
                  </a:cubicBezTo>
                  <a:cubicBezTo>
                    <a:pt x="48" y="379"/>
                    <a:pt x="48" y="379"/>
                    <a:pt x="48" y="379"/>
                  </a:cubicBezTo>
                  <a:cubicBezTo>
                    <a:pt x="50" y="368"/>
                    <a:pt x="50" y="368"/>
                    <a:pt x="50" y="368"/>
                  </a:cubicBezTo>
                  <a:cubicBezTo>
                    <a:pt x="101" y="376"/>
                    <a:pt x="101" y="376"/>
                    <a:pt x="101" y="376"/>
                  </a:cubicBezTo>
                  <a:cubicBezTo>
                    <a:pt x="99" y="387"/>
                    <a:pt x="99" y="387"/>
                    <a:pt x="99" y="387"/>
                  </a:cubicBezTo>
                  <a:cubicBezTo>
                    <a:pt x="62" y="405"/>
                    <a:pt x="62" y="405"/>
                    <a:pt x="62" y="405"/>
                  </a:cubicBezTo>
                  <a:cubicBezTo>
                    <a:pt x="95" y="410"/>
                    <a:pt x="95" y="410"/>
                    <a:pt x="95" y="410"/>
                  </a:cubicBezTo>
                  <a:cubicBezTo>
                    <a:pt x="94" y="421"/>
                    <a:pt x="94" y="421"/>
                    <a:pt x="94" y="421"/>
                  </a:cubicBezTo>
                  <a:cubicBezTo>
                    <a:pt x="43" y="413"/>
                    <a:pt x="43" y="413"/>
                    <a:pt x="43" y="413"/>
                  </a:cubicBezTo>
                  <a:lnTo>
                    <a:pt x="45" y="402"/>
                  </a:lnTo>
                  <a:close/>
                  <a:moveTo>
                    <a:pt x="42" y="427"/>
                  </a:moveTo>
                  <a:cubicBezTo>
                    <a:pt x="94" y="430"/>
                    <a:pt x="94" y="430"/>
                    <a:pt x="94" y="430"/>
                  </a:cubicBezTo>
                  <a:cubicBezTo>
                    <a:pt x="93" y="441"/>
                    <a:pt x="93" y="441"/>
                    <a:pt x="93" y="441"/>
                  </a:cubicBezTo>
                  <a:cubicBezTo>
                    <a:pt x="42" y="439"/>
                    <a:pt x="42" y="439"/>
                    <a:pt x="42" y="439"/>
                  </a:cubicBezTo>
                  <a:lnTo>
                    <a:pt x="42" y="427"/>
                  </a:lnTo>
                  <a:close/>
                  <a:moveTo>
                    <a:pt x="43" y="487"/>
                  </a:moveTo>
                  <a:cubicBezTo>
                    <a:pt x="63" y="486"/>
                    <a:pt x="63" y="486"/>
                    <a:pt x="63" y="486"/>
                  </a:cubicBezTo>
                  <a:cubicBezTo>
                    <a:pt x="62" y="464"/>
                    <a:pt x="62" y="464"/>
                    <a:pt x="62" y="464"/>
                  </a:cubicBezTo>
                  <a:cubicBezTo>
                    <a:pt x="42" y="465"/>
                    <a:pt x="42" y="465"/>
                    <a:pt x="42" y="465"/>
                  </a:cubicBezTo>
                  <a:cubicBezTo>
                    <a:pt x="41" y="453"/>
                    <a:pt x="41" y="453"/>
                    <a:pt x="41" y="453"/>
                  </a:cubicBezTo>
                  <a:cubicBezTo>
                    <a:pt x="92" y="450"/>
                    <a:pt x="92" y="450"/>
                    <a:pt x="92" y="450"/>
                  </a:cubicBezTo>
                  <a:cubicBezTo>
                    <a:pt x="93" y="462"/>
                    <a:pt x="93" y="462"/>
                    <a:pt x="93" y="462"/>
                  </a:cubicBezTo>
                  <a:cubicBezTo>
                    <a:pt x="71" y="463"/>
                    <a:pt x="71" y="463"/>
                    <a:pt x="71" y="463"/>
                  </a:cubicBezTo>
                  <a:cubicBezTo>
                    <a:pt x="72" y="486"/>
                    <a:pt x="72" y="486"/>
                    <a:pt x="72" y="486"/>
                  </a:cubicBezTo>
                  <a:cubicBezTo>
                    <a:pt x="94" y="484"/>
                    <a:pt x="94" y="484"/>
                    <a:pt x="94" y="484"/>
                  </a:cubicBezTo>
                  <a:cubicBezTo>
                    <a:pt x="95" y="496"/>
                    <a:pt x="95" y="496"/>
                    <a:pt x="95" y="496"/>
                  </a:cubicBezTo>
                  <a:cubicBezTo>
                    <a:pt x="43" y="499"/>
                    <a:pt x="43" y="499"/>
                    <a:pt x="43" y="499"/>
                  </a:cubicBezTo>
                  <a:lnTo>
                    <a:pt x="43" y="487"/>
                  </a:lnTo>
                  <a:close/>
                  <a:moveTo>
                    <a:pt x="98" y="546"/>
                  </a:moveTo>
                  <a:cubicBezTo>
                    <a:pt x="95" y="551"/>
                    <a:pt x="89" y="555"/>
                    <a:pt x="81" y="557"/>
                  </a:cubicBezTo>
                  <a:cubicBezTo>
                    <a:pt x="73" y="559"/>
                    <a:pt x="66" y="558"/>
                    <a:pt x="60" y="554"/>
                  </a:cubicBezTo>
                  <a:cubicBezTo>
                    <a:pt x="54" y="550"/>
                    <a:pt x="51" y="544"/>
                    <a:pt x="49" y="536"/>
                  </a:cubicBezTo>
                  <a:cubicBezTo>
                    <a:pt x="48" y="529"/>
                    <a:pt x="48" y="523"/>
                    <a:pt x="51" y="518"/>
                  </a:cubicBezTo>
                  <a:cubicBezTo>
                    <a:pt x="53" y="515"/>
                    <a:pt x="55" y="513"/>
                    <a:pt x="59" y="511"/>
                  </a:cubicBezTo>
                  <a:cubicBezTo>
                    <a:pt x="64" y="521"/>
                    <a:pt x="64" y="521"/>
                    <a:pt x="64" y="521"/>
                  </a:cubicBezTo>
                  <a:cubicBezTo>
                    <a:pt x="61" y="523"/>
                    <a:pt x="60" y="524"/>
                    <a:pt x="58" y="527"/>
                  </a:cubicBezTo>
                  <a:cubicBezTo>
                    <a:pt x="57" y="529"/>
                    <a:pt x="57" y="532"/>
                    <a:pt x="58" y="535"/>
                  </a:cubicBezTo>
                  <a:cubicBezTo>
                    <a:pt x="59" y="539"/>
                    <a:pt x="61" y="542"/>
                    <a:pt x="64" y="544"/>
                  </a:cubicBezTo>
                  <a:cubicBezTo>
                    <a:pt x="67" y="546"/>
                    <a:pt x="72" y="547"/>
                    <a:pt x="78" y="545"/>
                  </a:cubicBezTo>
                  <a:cubicBezTo>
                    <a:pt x="84" y="544"/>
                    <a:pt x="89" y="542"/>
                    <a:pt x="91" y="539"/>
                  </a:cubicBezTo>
                  <a:cubicBezTo>
                    <a:pt x="93" y="536"/>
                    <a:pt x="94" y="532"/>
                    <a:pt x="93" y="528"/>
                  </a:cubicBezTo>
                  <a:cubicBezTo>
                    <a:pt x="92" y="525"/>
                    <a:pt x="91" y="522"/>
                    <a:pt x="89" y="521"/>
                  </a:cubicBezTo>
                  <a:cubicBezTo>
                    <a:pt x="86" y="519"/>
                    <a:pt x="83" y="518"/>
                    <a:pt x="79" y="518"/>
                  </a:cubicBezTo>
                  <a:cubicBezTo>
                    <a:pt x="80" y="506"/>
                    <a:pt x="80" y="506"/>
                    <a:pt x="80" y="506"/>
                  </a:cubicBezTo>
                  <a:cubicBezTo>
                    <a:pt x="86" y="507"/>
                    <a:pt x="91" y="509"/>
                    <a:pt x="94" y="512"/>
                  </a:cubicBezTo>
                  <a:cubicBezTo>
                    <a:pt x="98" y="515"/>
                    <a:pt x="100" y="520"/>
                    <a:pt x="101" y="526"/>
                  </a:cubicBezTo>
                  <a:cubicBezTo>
                    <a:pt x="103" y="533"/>
                    <a:pt x="102" y="540"/>
                    <a:pt x="98" y="546"/>
                  </a:cubicBezTo>
                  <a:close/>
                  <a:moveTo>
                    <a:pt x="115" y="330"/>
                  </a:moveTo>
                  <a:cubicBezTo>
                    <a:pt x="102" y="331"/>
                    <a:pt x="102" y="331"/>
                    <a:pt x="102" y="331"/>
                  </a:cubicBezTo>
                  <a:cubicBezTo>
                    <a:pt x="95" y="353"/>
                    <a:pt x="95" y="353"/>
                    <a:pt x="95" y="353"/>
                  </a:cubicBezTo>
                  <a:cubicBezTo>
                    <a:pt x="105" y="361"/>
                    <a:pt x="105" y="361"/>
                    <a:pt x="105" y="361"/>
                  </a:cubicBezTo>
                  <a:cubicBezTo>
                    <a:pt x="101" y="373"/>
                    <a:pt x="101" y="373"/>
                    <a:pt x="101" y="373"/>
                  </a:cubicBezTo>
                  <a:cubicBezTo>
                    <a:pt x="59" y="336"/>
                    <a:pt x="59" y="336"/>
                    <a:pt x="59" y="336"/>
                  </a:cubicBezTo>
                  <a:cubicBezTo>
                    <a:pt x="62" y="324"/>
                    <a:pt x="62" y="324"/>
                    <a:pt x="62" y="324"/>
                  </a:cubicBezTo>
                  <a:cubicBezTo>
                    <a:pt x="118" y="318"/>
                    <a:pt x="118" y="318"/>
                    <a:pt x="118" y="318"/>
                  </a:cubicBezTo>
                  <a:lnTo>
                    <a:pt x="115" y="330"/>
                  </a:lnTo>
                  <a:close/>
                  <a:moveTo>
                    <a:pt x="252" y="762"/>
                  </a:moveTo>
                  <a:cubicBezTo>
                    <a:pt x="252" y="763"/>
                    <a:pt x="251" y="764"/>
                    <a:pt x="250" y="764"/>
                  </a:cubicBezTo>
                  <a:cubicBezTo>
                    <a:pt x="248" y="765"/>
                    <a:pt x="239" y="763"/>
                    <a:pt x="238" y="764"/>
                  </a:cubicBezTo>
                  <a:cubicBezTo>
                    <a:pt x="233" y="764"/>
                    <a:pt x="232" y="764"/>
                    <a:pt x="231" y="766"/>
                  </a:cubicBezTo>
                  <a:cubicBezTo>
                    <a:pt x="231" y="767"/>
                    <a:pt x="231" y="770"/>
                    <a:pt x="229" y="770"/>
                  </a:cubicBezTo>
                  <a:cubicBezTo>
                    <a:pt x="227" y="769"/>
                    <a:pt x="222" y="768"/>
                    <a:pt x="219" y="768"/>
                  </a:cubicBezTo>
                  <a:cubicBezTo>
                    <a:pt x="218" y="768"/>
                    <a:pt x="217" y="768"/>
                    <a:pt x="216" y="768"/>
                  </a:cubicBezTo>
                  <a:cubicBezTo>
                    <a:pt x="205" y="781"/>
                    <a:pt x="197" y="792"/>
                    <a:pt x="185" y="804"/>
                  </a:cubicBezTo>
                  <a:cubicBezTo>
                    <a:pt x="185" y="804"/>
                    <a:pt x="183" y="805"/>
                    <a:pt x="183" y="805"/>
                  </a:cubicBezTo>
                  <a:cubicBezTo>
                    <a:pt x="191" y="792"/>
                    <a:pt x="199" y="779"/>
                    <a:pt x="208" y="766"/>
                  </a:cubicBezTo>
                  <a:cubicBezTo>
                    <a:pt x="209" y="764"/>
                    <a:pt x="208" y="763"/>
                    <a:pt x="208" y="763"/>
                  </a:cubicBezTo>
                  <a:cubicBezTo>
                    <a:pt x="207" y="761"/>
                    <a:pt x="210" y="758"/>
                    <a:pt x="212" y="758"/>
                  </a:cubicBezTo>
                  <a:cubicBezTo>
                    <a:pt x="212" y="758"/>
                    <a:pt x="213" y="758"/>
                    <a:pt x="214" y="758"/>
                  </a:cubicBezTo>
                  <a:cubicBezTo>
                    <a:pt x="219" y="750"/>
                    <a:pt x="219" y="750"/>
                    <a:pt x="221" y="747"/>
                  </a:cubicBezTo>
                  <a:cubicBezTo>
                    <a:pt x="219" y="746"/>
                    <a:pt x="211" y="743"/>
                    <a:pt x="213" y="741"/>
                  </a:cubicBezTo>
                  <a:cubicBezTo>
                    <a:pt x="214" y="741"/>
                    <a:pt x="216" y="741"/>
                    <a:pt x="218" y="741"/>
                  </a:cubicBezTo>
                  <a:cubicBezTo>
                    <a:pt x="220" y="742"/>
                    <a:pt x="222" y="742"/>
                    <a:pt x="223" y="743"/>
                  </a:cubicBezTo>
                  <a:cubicBezTo>
                    <a:pt x="227" y="739"/>
                    <a:pt x="229" y="736"/>
                    <a:pt x="231" y="731"/>
                  </a:cubicBezTo>
                  <a:cubicBezTo>
                    <a:pt x="231" y="730"/>
                    <a:pt x="234" y="726"/>
                    <a:pt x="233" y="726"/>
                  </a:cubicBezTo>
                  <a:cubicBezTo>
                    <a:pt x="233" y="724"/>
                    <a:pt x="233" y="724"/>
                    <a:pt x="233" y="723"/>
                  </a:cubicBezTo>
                  <a:cubicBezTo>
                    <a:pt x="237" y="725"/>
                    <a:pt x="239" y="727"/>
                    <a:pt x="239" y="731"/>
                  </a:cubicBezTo>
                  <a:cubicBezTo>
                    <a:pt x="239" y="731"/>
                    <a:pt x="239" y="734"/>
                    <a:pt x="239" y="735"/>
                  </a:cubicBezTo>
                  <a:cubicBezTo>
                    <a:pt x="236" y="738"/>
                    <a:pt x="234" y="742"/>
                    <a:pt x="231" y="745"/>
                  </a:cubicBezTo>
                  <a:cubicBezTo>
                    <a:pt x="232" y="746"/>
                    <a:pt x="233" y="746"/>
                    <a:pt x="234" y="746"/>
                  </a:cubicBezTo>
                  <a:cubicBezTo>
                    <a:pt x="237" y="748"/>
                    <a:pt x="239" y="748"/>
                    <a:pt x="242" y="750"/>
                  </a:cubicBezTo>
                  <a:cubicBezTo>
                    <a:pt x="243" y="749"/>
                    <a:pt x="244" y="750"/>
                    <a:pt x="244" y="749"/>
                  </a:cubicBezTo>
                  <a:cubicBezTo>
                    <a:pt x="252" y="753"/>
                    <a:pt x="253" y="761"/>
                    <a:pt x="252" y="762"/>
                  </a:cubicBezTo>
                  <a:close/>
                  <a:moveTo>
                    <a:pt x="189" y="735"/>
                  </a:moveTo>
                  <a:cubicBezTo>
                    <a:pt x="192" y="737"/>
                    <a:pt x="195" y="739"/>
                    <a:pt x="196" y="742"/>
                  </a:cubicBezTo>
                  <a:cubicBezTo>
                    <a:pt x="197" y="743"/>
                    <a:pt x="201" y="748"/>
                    <a:pt x="203" y="754"/>
                  </a:cubicBezTo>
                  <a:cubicBezTo>
                    <a:pt x="204" y="757"/>
                    <a:pt x="205" y="758"/>
                    <a:pt x="204" y="761"/>
                  </a:cubicBezTo>
                  <a:cubicBezTo>
                    <a:pt x="199" y="758"/>
                    <a:pt x="200" y="757"/>
                    <a:pt x="198" y="752"/>
                  </a:cubicBezTo>
                  <a:cubicBezTo>
                    <a:pt x="198" y="750"/>
                    <a:pt x="197" y="748"/>
                    <a:pt x="193" y="744"/>
                  </a:cubicBezTo>
                  <a:cubicBezTo>
                    <a:pt x="193" y="742"/>
                    <a:pt x="189" y="738"/>
                    <a:pt x="189" y="735"/>
                  </a:cubicBezTo>
                  <a:close/>
                  <a:moveTo>
                    <a:pt x="262" y="820"/>
                  </a:moveTo>
                  <a:cubicBezTo>
                    <a:pt x="262" y="818"/>
                    <a:pt x="260" y="817"/>
                    <a:pt x="260" y="815"/>
                  </a:cubicBezTo>
                  <a:cubicBezTo>
                    <a:pt x="266" y="807"/>
                    <a:pt x="274" y="789"/>
                    <a:pt x="281" y="779"/>
                  </a:cubicBezTo>
                  <a:cubicBezTo>
                    <a:pt x="282" y="777"/>
                    <a:pt x="283" y="776"/>
                    <a:pt x="284" y="776"/>
                  </a:cubicBezTo>
                  <a:cubicBezTo>
                    <a:pt x="284" y="777"/>
                    <a:pt x="285" y="777"/>
                    <a:pt x="283" y="781"/>
                  </a:cubicBezTo>
                  <a:cubicBezTo>
                    <a:pt x="283" y="782"/>
                    <a:pt x="263" y="819"/>
                    <a:pt x="265" y="821"/>
                  </a:cubicBezTo>
                  <a:cubicBezTo>
                    <a:pt x="263" y="821"/>
                    <a:pt x="263" y="821"/>
                    <a:pt x="262" y="820"/>
                  </a:cubicBezTo>
                  <a:close/>
                  <a:moveTo>
                    <a:pt x="289" y="829"/>
                  </a:moveTo>
                  <a:cubicBezTo>
                    <a:pt x="288" y="830"/>
                    <a:pt x="288" y="830"/>
                    <a:pt x="287" y="830"/>
                  </a:cubicBezTo>
                  <a:cubicBezTo>
                    <a:pt x="286" y="830"/>
                    <a:pt x="284" y="829"/>
                    <a:pt x="282" y="828"/>
                  </a:cubicBezTo>
                  <a:cubicBezTo>
                    <a:pt x="280" y="826"/>
                    <a:pt x="275" y="818"/>
                    <a:pt x="276" y="816"/>
                  </a:cubicBezTo>
                  <a:cubicBezTo>
                    <a:pt x="276" y="816"/>
                    <a:pt x="276" y="816"/>
                    <a:pt x="276" y="816"/>
                  </a:cubicBezTo>
                  <a:cubicBezTo>
                    <a:pt x="278" y="822"/>
                    <a:pt x="286" y="820"/>
                    <a:pt x="294" y="818"/>
                  </a:cubicBezTo>
                  <a:cubicBezTo>
                    <a:pt x="300" y="816"/>
                    <a:pt x="305" y="813"/>
                    <a:pt x="305" y="812"/>
                  </a:cubicBezTo>
                  <a:cubicBezTo>
                    <a:pt x="305" y="811"/>
                    <a:pt x="305" y="810"/>
                    <a:pt x="304" y="809"/>
                  </a:cubicBezTo>
                  <a:cubicBezTo>
                    <a:pt x="304" y="810"/>
                    <a:pt x="301" y="811"/>
                    <a:pt x="297" y="812"/>
                  </a:cubicBezTo>
                  <a:cubicBezTo>
                    <a:pt x="288" y="814"/>
                    <a:pt x="275" y="816"/>
                    <a:pt x="273" y="815"/>
                  </a:cubicBezTo>
                  <a:cubicBezTo>
                    <a:pt x="270" y="814"/>
                    <a:pt x="270" y="813"/>
                    <a:pt x="273" y="809"/>
                  </a:cubicBezTo>
                  <a:cubicBezTo>
                    <a:pt x="279" y="807"/>
                    <a:pt x="290" y="805"/>
                    <a:pt x="297" y="802"/>
                  </a:cubicBezTo>
                  <a:cubicBezTo>
                    <a:pt x="297" y="801"/>
                    <a:pt x="299" y="801"/>
                    <a:pt x="298" y="799"/>
                  </a:cubicBezTo>
                  <a:cubicBezTo>
                    <a:pt x="295" y="800"/>
                    <a:pt x="286" y="801"/>
                    <a:pt x="284" y="801"/>
                  </a:cubicBezTo>
                  <a:cubicBezTo>
                    <a:pt x="281" y="798"/>
                    <a:pt x="283" y="795"/>
                    <a:pt x="284" y="792"/>
                  </a:cubicBezTo>
                  <a:cubicBezTo>
                    <a:pt x="285" y="792"/>
                    <a:pt x="284" y="792"/>
                    <a:pt x="285" y="792"/>
                  </a:cubicBezTo>
                  <a:cubicBezTo>
                    <a:pt x="287" y="794"/>
                    <a:pt x="294" y="792"/>
                    <a:pt x="295" y="791"/>
                  </a:cubicBezTo>
                  <a:cubicBezTo>
                    <a:pt x="294" y="789"/>
                    <a:pt x="292" y="784"/>
                    <a:pt x="293" y="785"/>
                  </a:cubicBezTo>
                  <a:cubicBezTo>
                    <a:pt x="295" y="786"/>
                    <a:pt x="295" y="787"/>
                    <a:pt x="298" y="787"/>
                  </a:cubicBezTo>
                  <a:cubicBezTo>
                    <a:pt x="298" y="787"/>
                    <a:pt x="299" y="787"/>
                    <a:pt x="298" y="787"/>
                  </a:cubicBezTo>
                  <a:cubicBezTo>
                    <a:pt x="297" y="786"/>
                    <a:pt x="295" y="785"/>
                    <a:pt x="295" y="784"/>
                  </a:cubicBezTo>
                  <a:cubicBezTo>
                    <a:pt x="296" y="782"/>
                    <a:pt x="298" y="782"/>
                    <a:pt x="299" y="783"/>
                  </a:cubicBezTo>
                  <a:cubicBezTo>
                    <a:pt x="301" y="784"/>
                    <a:pt x="308" y="789"/>
                    <a:pt x="308" y="789"/>
                  </a:cubicBezTo>
                  <a:cubicBezTo>
                    <a:pt x="309" y="790"/>
                    <a:pt x="309" y="790"/>
                    <a:pt x="309" y="790"/>
                  </a:cubicBezTo>
                  <a:cubicBezTo>
                    <a:pt x="310" y="791"/>
                    <a:pt x="310" y="792"/>
                    <a:pt x="310" y="793"/>
                  </a:cubicBezTo>
                  <a:cubicBezTo>
                    <a:pt x="310" y="796"/>
                    <a:pt x="308" y="797"/>
                    <a:pt x="305" y="797"/>
                  </a:cubicBezTo>
                  <a:cubicBezTo>
                    <a:pt x="306" y="802"/>
                    <a:pt x="306" y="806"/>
                    <a:pt x="309" y="811"/>
                  </a:cubicBezTo>
                  <a:cubicBezTo>
                    <a:pt x="311" y="809"/>
                    <a:pt x="313" y="809"/>
                    <a:pt x="313" y="808"/>
                  </a:cubicBezTo>
                  <a:cubicBezTo>
                    <a:pt x="316" y="810"/>
                    <a:pt x="317" y="811"/>
                    <a:pt x="317" y="814"/>
                  </a:cubicBezTo>
                  <a:cubicBezTo>
                    <a:pt x="315" y="818"/>
                    <a:pt x="310" y="817"/>
                    <a:pt x="309" y="819"/>
                  </a:cubicBezTo>
                  <a:cubicBezTo>
                    <a:pt x="308" y="823"/>
                    <a:pt x="309" y="831"/>
                    <a:pt x="307" y="834"/>
                  </a:cubicBezTo>
                  <a:cubicBezTo>
                    <a:pt x="307" y="835"/>
                    <a:pt x="306" y="835"/>
                    <a:pt x="305" y="834"/>
                  </a:cubicBezTo>
                  <a:cubicBezTo>
                    <a:pt x="304" y="831"/>
                    <a:pt x="305" y="824"/>
                    <a:pt x="305" y="820"/>
                  </a:cubicBezTo>
                  <a:cubicBezTo>
                    <a:pt x="303" y="821"/>
                    <a:pt x="299" y="823"/>
                    <a:pt x="295" y="823"/>
                  </a:cubicBezTo>
                  <a:cubicBezTo>
                    <a:pt x="295" y="824"/>
                    <a:pt x="295" y="824"/>
                    <a:pt x="295" y="825"/>
                  </a:cubicBezTo>
                  <a:cubicBezTo>
                    <a:pt x="297" y="826"/>
                    <a:pt x="297" y="827"/>
                    <a:pt x="298" y="828"/>
                  </a:cubicBezTo>
                  <a:cubicBezTo>
                    <a:pt x="298" y="829"/>
                    <a:pt x="296" y="830"/>
                    <a:pt x="296" y="831"/>
                  </a:cubicBezTo>
                  <a:cubicBezTo>
                    <a:pt x="295" y="831"/>
                    <a:pt x="293" y="830"/>
                    <a:pt x="291" y="829"/>
                  </a:cubicBezTo>
                  <a:cubicBezTo>
                    <a:pt x="290" y="829"/>
                    <a:pt x="289" y="829"/>
                    <a:pt x="289" y="829"/>
                  </a:cubicBezTo>
                  <a:close/>
                  <a:moveTo>
                    <a:pt x="317" y="787"/>
                  </a:moveTo>
                  <a:cubicBezTo>
                    <a:pt x="317" y="785"/>
                    <a:pt x="319" y="786"/>
                    <a:pt x="320" y="786"/>
                  </a:cubicBezTo>
                  <a:cubicBezTo>
                    <a:pt x="323" y="788"/>
                    <a:pt x="325" y="789"/>
                    <a:pt x="326" y="794"/>
                  </a:cubicBezTo>
                  <a:cubicBezTo>
                    <a:pt x="326" y="795"/>
                    <a:pt x="326" y="796"/>
                    <a:pt x="325" y="798"/>
                  </a:cubicBezTo>
                  <a:cubicBezTo>
                    <a:pt x="323" y="798"/>
                    <a:pt x="319" y="798"/>
                    <a:pt x="319" y="795"/>
                  </a:cubicBezTo>
                  <a:cubicBezTo>
                    <a:pt x="318" y="793"/>
                    <a:pt x="316" y="788"/>
                    <a:pt x="317" y="787"/>
                  </a:cubicBezTo>
                  <a:close/>
                  <a:moveTo>
                    <a:pt x="341" y="802"/>
                  </a:moveTo>
                  <a:cubicBezTo>
                    <a:pt x="334" y="803"/>
                    <a:pt x="319" y="845"/>
                    <a:pt x="312" y="854"/>
                  </a:cubicBezTo>
                  <a:cubicBezTo>
                    <a:pt x="308" y="861"/>
                    <a:pt x="306" y="861"/>
                    <a:pt x="303" y="858"/>
                  </a:cubicBezTo>
                  <a:cubicBezTo>
                    <a:pt x="299" y="854"/>
                    <a:pt x="294" y="836"/>
                    <a:pt x="295" y="832"/>
                  </a:cubicBezTo>
                  <a:cubicBezTo>
                    <a:pt x="296" y="833"/>
                    <a:pt x="297" y="836"/>
                    <a:pt x="297" y="837"/>
                  </a:cubicBezTo>
                  <a:cubicBezTo>
                    <a:pt x="298" y="836"/>
                    <a:pt x="297" y="836"/>
                    <a:pt x="298" y="835"/>
                  </a:cubicBezTo>
                  <a:cubicBezTo>
                    <a:pt x="299" y="838"/>
                    <a:pt x="303" y="846"/>
                    <a:pt x="304" y="847"/>
                  </a:cubicBezTo>
                  <a:cubicBezTo>
                    <a:pt x="307" y="849"/>
                    <a:pt x="308" y="844"/>
                    <a:pt x="310" y="842"/>
                  </a:cubicBezTo>
                  <a:cubicBezTo>
                    <a:pt x="314" y="834"/>
                    <a:pt x="325" y="807"/>
                    <a:pt x="329" y="799"/>
                  </a:cubicBezTo>
                  <a:cubicBezTo>
                    <a:pt x="332" y="794"/>
                    <a:pt x="334" y="789"/>
                    <a:pt x="331" y="786"/>
                  </a:cubicBezTo>
                  <a:cubicBezTo>
                    <a:pt x="320" y="780"/>
                    <a:pt x="306" y="784"/>
                    <a:pt x="296" y="778"/>
                  </a:cubicBezTo>
                  <a:cubicBezTo>
                    <a:pt x="296" y="778"/>
                    <a:pt x="296" y="778"/>
                    <a:pt x="296" y="778"/>
                  </a:cubicBezTo>
                  <a:cubicBezTo>
                    <a:pt x="302" y="776"/>
                    <a:pt x="328" y="782"/>
                    <a:pt x="328" y="782"/>
                  </a:cubicBezTo>
                  <a:cubicBezTo>
                    <a:pt x="336" y="784"/>
                    <a:pt x="346" y="792"/>
                    <a:pt x="341" y="802"/>
                  </a:cubicBezTo>
                  <a:close/>
                  <a:moveTo>
                    <a:pt x="365" y="858"/>
                  </a:moveTo>
                  <a:cubicBezTo>
                    <a:pt x="365" y="858"/>
                    <a:pt x="363" y="859"/>
                    <a:pt x="362" y="859"/>
                  </a:cubicBezTo>
                  <a:cubicBezTo>
                    <a:pt x="362" y="859"/>
                    <a:pt x="362" y="860"/>
                    <a:pt x="360" y="861"/>
                  </a:cubicBezTo>
                  <a:cubicBezTo>
                    <a:pt x="360" y="861"/>
                    <a:pt x="358" y="862"/>
                    <a:pt x="356" y="861"/>
                  </a:cubicBezTo>
                  <a:cubicBezTo>
                    <a:pt x="356" y="861"/>
                    <a:pt x="355" y="860"/>
                    <a:pt x="354" y="860"/>
                  </a:cubicBezTo>
                  <a:cubicBezTo>
                    <a:pt x="354" y="860"/>
                    <a:pt x="352" y="859"/>
                    <a:pt x="351" y="859"/>
                  </a:cubicBezTo>
                  <a:cubicBezTo>
                    <a:pt x="351" y="859"/>
                    <a:pt x="349" y="859"/>
                    <a:pt x="352" y="858"/>
                  </a:cubicBezTo>
                  <a:cubicBezTo>
                    <a:pt x="352" y="858"/>
                    <a:pt x="352" y="857"/>
                    <a:pt x="353" y="857"/>
                  </a:cubicBezTo>
                  <a:cubicBezTo>
                    <a:pt x="353" y="857"/>
                    <a:pt x="354" y="857"/>
                    <a:pt x="354" y="857"/>
                  </a:cubicBezTo>
                  <a:cubicBezTo>
                    <a:pt x="354" y="857"/>
                    <a:pt x="354" y="856"/>
                    <a:pt x="355" y="857"/>
                  </a:cubicBezTo>
                  <a:cubicBezTo>
                    <a:pt x="355" y="857"/>
                    <a:pt x="356" y="858"/>
                    <a:pt x="357" y="855"/>
                  </a:cubicBezTo>
                  <a:cubicBezTo>
                    <a:pt x="357" y="855"/>
                    <a:pt x="357" y="855"/>
                    <a:pt x="358" y="855"/>
                  </a:cubicBezTo>
                  <a:cubicBezTo>
                    <a:pt x="358" y="855"/>
                    <a:pt x="362" y="853"/>
                    <a:pt x="371" y="847"/>
                  </a:cubicBezTo>
                  <a:cubicBezTo>
                    <a:pt x="371" y="847"/>
                    <a:pt x="379" y="842"/>
                    <a:pt x="384" y="837"/>
                  </a:cubicBezTo>
                  <a:cubicBezTo>
                    <a:pt x="384" y="837"/>
                    <a:pt x="388" y="834"/>
                    <a:pt x="393" y="830"/>
                  </a:cubicBezTo>
                  <a:cubicBezTo>
                    <a:pt x="393" y="830"/>
                    <a:pt x="406" y="820"/>
                    <a:pt x="408" y="817"/>
                  </a:cubicBezTo>
                  <a:cubicBezTo>
                    <a:pt x="408" y="817"/>
                    <a:pt x="399" y="812"/>
                    <a:pt x="400" y="808"/>
                  </a:cubicBezTo>
                  <a:cubicBezTo>
                    <a:pt x="400" y="808"/>
                    <a:pt x="401" y="806"/>
                    <a:pt x="402" y="808"/>
                  </a:cubicBezTo>
                  <a:cubicBezTo>
                    <a:pt x="402" y="808"/>
                    <a:pt x="406" y="811"/>
                    <a:pt x="413" y="810"/>
                  </a:cubicBezTo>
                  <a:cubicBezTo>
                    <a:pt x="413" y="810"/>
                    <a:pt x="416" y="810"/>
                    <a:pt x="420" y="807"/>
                  </a:cubicBezTo>
                  <a:cubicBezTo>
                    <a:pt x="420" y="807"/>
                    <a:pt x="425" y="806"/>
                    <a:pt x="427" y="815"/>
                  </a:cubicBezTo>
                  <a:cubicBezTo>
                    <a:pt x="427" y="815"/>
                    <a:pt x="427" y="819"/>
                    <a:pt x="425" y="818"/>
                  </a:cubicBezTo>
                  <a:cubicBezTo>
                    <a:pt x="425" y="818"/>
                    <a:pt x="422" y="818"/>
                    <a:pt x="419" y="819"/>
                  </a:cubicBezTo>
                  <a:cubicBezTo>
                    <a:pt x="419" y="819"/>
                    <a:pt x="418" y="818"/>
                    <a:pt x="416" y="820"/>
                  </a:cubicBezTo>
                  <a:cubicBezTo>
                    <a:pt x="416" y="820"/>
                    <a:pt x="410" y="826"/>
                    <a:pt x="397" y="834"/>
                  </a:cubicBezTo>
                  <a:cubicBezTo>
                    <a:pt x="397" y="834"/>
                    <a:pt x="390" y="839"/>
                    <a:pt x="381" y="848"/>
                  </a:cubicBezTo>
                  <a:cubicBezTo>
                    <a:pt x="381" y="848"/>
                    <a:pt x="374" y="854"/>
                    <a:pt x="365" y="858"/>
                  </a:cubicBezTo>
                  <a:close/>
                  <a:moveTo>
                    <a:pt x="430" y="858"/>
                  </a:moveTo>
                  <a:cubicBezTo>
                    <a:pt x="430" y="858"/>
                    <a:pt x="430" y="859"/>
                    <a:pt x="430" y="860"/>
                  </a:cubicBezTo>
                  <a:cubicBezTo>
                    <a:pt x="430" y="860"/>
                    <a:pt x="430" y="862"/>
                    <a:pt x="427" y="862"/>
                  </a:cubicBezTo>
                  <a:cubicBezTo>
                    <a:pt x="427" y="862"/>
                    <a:pt x="420" y="864"/>
                    <a:pt x="419" y="866"/>
                  </a:cubicBezTo>
                  <a:cubicBezTo>
                    <a:pt x="419" y="866"/>
                    <a:pt x="415" y="869"/>
                    <a:pt x="416" y="872"/>
                  </a:cubicBezTo>
                  <a:cubicBezTo>
                    <a:pt x="416" y="872"/>
                    <a:pt x="416" y="874"/>
                    <a:pt x="413" y="875"/>
                  </a:cubicBezTo>
                  <a:cubicBezTo>
                    <a:pt x="413" y="875"/>
                    <a:pt x="411" y="875"/>
                    <a:pt x="409" y="875"/>
                  </a:cubicBezTo>
                  <a:cubicBezTo>
                    <a:pt x="409" y="875"/>
                    <a:pt x="407" y="873"/>
                    <a:pt x="404" y="875"/>
                  </a:cubicBezTo>
                  <a:cubicBezTo>
                    <a:pt x="404" y="875"/>
                    <a:pt x="404" y="876"/>
                    <a:pt x="402" y="875"/>
                  </a:cubicBezTo>
                  <a:cubicBezTo>
                    <a:pt x="402" y="875"/>
                    <a:pt x="402" y="874"/>
                    <a:pt x="401" y="874"/>
                  </a:cubicBezTo>
                  <a:cubicBezTo>
                    <a:pt x="401" y="874"/>
                    <a:pt x="400" y="873"/>
                    <a:pt x="400" y="872"/>
                  </a:cubicBezTo>
                  <a:cubicBezTo>
                    <a:pt x="400" y="872"/>
                    <a:pt x="400" y="870"/>
                    <a:pt x="398" y="869"/>
                  </a:cubicBezTo>
                  <a:cubicBezTo>
                    <a:pt x="398" y="869"/>
                    <a:pt x="397" y="869"/>
                    <a:pt x="397" y="867"/>
                  </a:cubicBezTo>
                  <a:cubicBezTo>
                    <a:pt x="397" y="867"/>
                    <a:pt x="396" y="861"/>
                    <a:pt x="395" y="858"/>
                  </a:cubicBezTo>
                  <a:cubicBezTo>
                    <a:pt x="395" y="858"/>
                    <a:pt x="394" y="855"/>
                    <a:pt x="391" y="854"/>
                  </a:cubicBezTo>
                  <a:cubicBezTo>
                    <a:pt x="391" y="854"/>
                    <a:pt x="387" y="848"/>
                    <a:pt x="389" y="848"/>
                  </a:cubicBezTo>
                  <a:cubicBezTo>
                    <a:pt x="389" y="848"/>
                    <a:pt x="393" y="848"/>
                    <a:pt x="396" y="854"/>
                  </a:cubicBezTo>
                  <a:cubicBezTo>
                    <a:pt x="396" y="854"/>
                    <a:pt x="396" y="856"/>
                    <a:pt x="396" y="858"/>
                  </a:cubicBezTo>
                  <a:cubicBezTo>
                    <a:pt x="396" y="858"/>
                    <a:pt x="397" y="859"/>
                    <a:pt x="399" y="866"/>
                  </a:cubicBezTo>
                  <a:cubicBezTo>
                    <a:pt x="399" y="866"/>
                    <a:pt x="400" y="867"/>
                    <a:pt x="400" y="865"/>
                  </a:cubicBezTo>
                  <a:cubicBezTo>
                    <a:pt x="402" y="863"/>
                    <a:pt x="402" y="863"/>
                    <a:pt x="402" y="863"/>
                  </a:cubicBezTo>
                  <a:cubicBezTo>
                    <a:pt x="402" y="863"/>
                    <a:pt x="403" y="861"/>
                    <a:pt x="404" y="862"/>
                  </a:cubicBezTo>
                  <a:cubicBezTo>
                    <a:pt x="404" y="862"/>
                    <a:pt x="404" y="863"/>
                    <a:pt x="405" y="862"/>
                  </a:cubicBezTo>
                  <a:cubicBezTo>
                    <a:pt x="405" y="862"/>
                    <a:pt x="408" y="860"/>
                    <a:pt x="410" y="858"/>
                  </a:cubicBezTo>
                  <a:cubicBezTo>
                    <a:pt x="410" y="858"/>
                    <a:pt x="413" y="856"/>
                    <a:pt x="412" y="855"/>
                  </a:cubicBezTo>
                  <a:cubicBezTo>
                    <a:pt x="412" y="855"/>
                    <a:pt x="409" y="851"/>
                    <a:pt x="408" y="850"/>
                  </a:cubicBezTo>
                  <a:cubicBezTo>
                    <a:pt x="408" y="850"/>
                    <a:pt x="405" y="848"/>
                    <a:pt x="407" y="848"/>
                  </a:cubicBezTo>
                  <a:cubicBezTo>
                    <a:pt x="407" y="848"/>
                    <a:pt x="408" y="848"/>
                    <a:pt x="411" y="849"/>
                  </a:cubicBezTo>
                  <a:cubicBezTo>
                    <a:pt x="411" y="849"/>
                    <a:pt x="417" y="850"/>
                    <a:pt x="419" y="848"/>
                  </a:cubicBezTo>
                  <a:cubicBezTo>
                    <a:pt x="419" y="848"/>
                    <a:pt x="419" y="846"/>
                    <a:pt x="421" y="847"/>
                  </a:cubicBezTo>
                  <a:cubicBezTo>
                    <a:pt x="421" y="847"/>
                    <a:pt x="424" y="850"/>
                    <a:pt x="425" y="850"/>
                  </a:cubicBezTo>
                  <a:cubicBezTo>
                    <a:pt x="425" y="850"/>
                    <a:pt x="431" y="852"/>
                    <a:pt x="430" y="858"/>
                  </a:cubicBezTo>
                  <a:close/>
                  <a:moveTo>
                    <a:pt x="485" y="876"/>
                  </a:moveTo>
                  <a:cubicBezTo>
                    <a:pt x="485" y="876"/>
                    <a:pt x="485" y="878"/>
                    <a:pt x="483" y="877"/>
                  </a:cubicBezTo>
                  <a:cubicBezTo>
                    <a:pt x="483" y="877"/>
                    <a:pt x="477" y="874"/>
                    <a:pt x="475" y="866"/>
                  </a:cubicBezTo>
                  <a:cubicBezTo>
                    <a:pt x="475" y="866"/>
                    <a:pt x="473" y="857"/>
                    <a:pt x="473" y="856"/>
                  </a:cubicBezTo>
                  <a:cubicBezTo>
                    <a:pt x="473" y="856"/>
                    <a:pt x="473" y="856"/>
                    <a:pt x="473" y="854"/>
                  </a:cubicBezTo>
                  <a:cubicBezTo>
                    <a:pt x="472" y="848"/>
                    <a:pt x="472" y="848"/>
                    <a:pt x="472" y="848"/>
                  </a:cubicBezTo>
                  <a:cubicBezTo>
                    <a:pt x="472" y="848"/>
                    <a:pt x="472" y="848"/>
                    <a:pt x="473" y="847"/>
                  </a:cubicBezTo>
                  <a:cubicBezTo>
                    <a:pt x="473" y="847"/>
                    <a:pt x="472" y="846"/>
                    <a:pt x="473" y="845"/>
                  </a:cubicBezTo>
                  <a:cubicBezTo>
                    <a:pt x="473" y="845"/>
                    <a:pt x="473" y="845"/>
                    <a:pt x="473" y="845"/>
                  </a:cubicBezTo>
                  <a:cubicBezTo>
                    <a:pt x="473" y="845"/>
                    <a:pt x="473" y="842"/>
                    <a:pt x="474" y="843"/>
                  </a:cubicBezTo>
                  <a:cubicBezTo>
                    <a:pt x="474" y="843"/>
                    <a:pt x="475" y="844"/>
                    <a:pt x="474" y="846"/>
                  </a:cubicBezTo>
                  <a:cubicBezTo>
                    <a:pt x="474" y="846"/>
                    <a:pt x="473" y="848"/>
                    <a:pt x="477" y="855"/>
                  </a:cubicBezTo>
                  <a:cubicBezTo>
                    <a:pt x="477" y="855"/>
                    <a:pt x="478" y="856"/>
                    <a:pt x="479" y="856"/>
                  </a:cubicBezTo>
                  <a:cubicBezTo>
                    <a:pt x="479" y="856"/>
                    <a:pt x="480" y="857"/>
                    <a:pt x="481" y="860"/>
                  </a:cubicBezTo>
                  <a:cubicBezTo>
                    <a:pt x="481" y="860"/>
                    <a:pt x="481" y="862"/>
                    <a:pt x="481" y="862"/>
                  </a:cubicBezTo>
                  <a:cubicBezTo>
                    <a:pt x="481" y="862"/>
                    <a:pt x="480" y="864"/>
                    <a:pt x="482" y="863"/>
                  </a:cubicBezTo>
                  <a:cubicBezTo>
                    <a:pt x="482" y="863"/>
                    <a:pt x="483" y="863"/>
                    <a:pt x="483" y="864"/>
                  </a:cubicBezTo>
                  <a:cubicBezTo>
                    <a:pt x="483" y="864"/>
                    <a:pt x="483" y="867"/>
                    <a:pt x="483" y="868"/>
                  </a:cubicBezTo>
                  <a:cubicBezTo>
                    <a:pt x="483" y="868"/>
                    <a:pt x="484" y="869"/>
                    <a:pt x="484" y="870"/>
                  </a:cubicBezTo>
                  <a:cubicBezTo>
                    <a:pt x="484" y="870"/>
                    <a:pt x="484" y="871"/>
                    <a:pt x="484" y="871"/>
                  </a:cubicBezTo>
                  <a:cubicBezTo>
                    <a:pt x="484" y="871"/>
                    <a:pt x="485" y="871"/>
                    <a:pt x="485" y="871"/>
                  </a:cubicBezTo>
                  <a:cubicBezTo>
                    <a:pt x="485" y="871"/>
                    <a:pt x="486" y="876"/>
                    <a:pt x="485" y="876"/>
                  </a:cubicBezTo>
                  <a:close/>
                  <a:moveTo>
                    <a:pt x="482" y="834"/>
                  </a:moveTo>
                  <a:cubicBezTo>
                    <a:pt x="482" y="834"/>
                    <a:pt x="481" y="833"/>
                    <a:pt x="480" y="833"/>
                  </a:cubicBezTo>
                  <a:cubicBezTo>
                    <a:pt x="480" y="833"/>
                    <a:pt x="479" y="833"/>
                    <a:pt x="478" y="833"/>
                  </a:cubicBezTo>
                  <a:cubicBezTo>
                    <a:pt x="478" y="833"/>
                    <a:pt x="476" y="833"/>
                    <a:pt x="477" y="831"/>
                  </a:cubicBezTo>
                  <a:cubicBezTo>
                    <a:pt x="477" y="831"/>
                    <a:pt x="479" y="827"/>
                    <a:pt x="478" y="823"/>
                  </a:cubicBezTo>
                  <a:cubicBezTo>
                    <a:pt x="478" y="823"/>
                    <a:pt x="478" y="822"/>
                    <a:pt x="479" y="821"/>
                  </a:cubicBezTo>
                  <a:cubicBezTo>
                    <a:pt x="479" y="821"/>
                    <a:pt x="479" y="820"/>
                    <a:pt x="480" y="821"/>
                  </a:cubicBezTo>
                  <a:cubicBezTo>
                    <a:pt x="480" y="821"/>
                    <a:pt x="485" y="828"/>
                    <a:pt x="485" y="832"/>
                  </a:cubicBezTo>
                  <a:cubicBezTo>
                    <a:pt x="485" y="832"/>
                    <a:pt x="486" y="835"/>
                    <a:pt x="482" y="834"/>
                  </a:cubicBezTo>
                  <a:close/>
                  <a:moveTo>
                    <a:pt x="540" y="838"/>
                  </a:moveTo>
                  <a:cubicBezTo>
                    <a:pt x="540" y="838"/>
                    <a:pt x="539" y="842"/>
                    <a:pt x="537" y="843"/>
                  </a:cubicBezTo>
                  <a:cubicBezTo>
                    <a:pt x="537" y="843"/>
                    <a:pt x="536" y="844"/>
                    <a:pt x="536" y="846"/>
                  </a:cubicBezTo>
                  <a:cubicBezTo>
                    <a:pt x="536" y="846"/>
                    <a:pt x="533" y="852"/>
                    <a:pt x="531" y="853"/>
                  </a:cubicBezTo>
                  <a:cubicBezTo>
                    <a:pt x="531" y="853"/>
                    <a:pt x="528" y="855"/>
                    <a:pt x="529" y="857"/>
                  </a:cubicBezTo>
                  <a:cubicBezTo>
                    <a:pt x="529" y="857"/>
                    <a:pt x="533" y="860"/>
                    <a:pt x="532" y="864"/>
                  </a:cubicBezTo>
                  <a:cubicBezTo>
                    <a:pt x="532" y="864"/>
                    <a:pt x="532" y="865"/>
                    <a:pt x="531" y="865"/>
                  </a:cubicBezTo>
                  <a:cubicBezTo>
                    <a:pt x="531" y="865"/>
                    <a:pt x="530" y="866"/>
                    <a:pt x="529" y="866"/>
                  </a:cubicBezTo>
                  <a:cubicBezTo>
                    <a:pt x="529" y="866"/>
                    <a:pt x="528" y="866"/>
                    <a:pt x="528" y="866"/>
                  </a:cubicBezTo>
                  <a:cubicBezTo>
                    <a:pt x="528" y="866"/>
                    <a:pt x="524" y="868"/>
                    <a:pt x="522" y="868"/>
                  </a:cubicBezTo>
                  <a:cubicBezTo>
                    <a:pt x="522" y="868"/>
                    <a:pt x="520" y="868"/>
                    <a:pt x="517" y="868"/>
                  </a:cubicBezTo>
                  <a:cubicBezTo>
                    <a:pt x="517" y="868"/>
                    <a:pt x="517" y="867"/>
                    <a:pt x="516" y="868"/>
                  </a:cubicBezTo>
                  <a:cubicBezTo>
                    <a:pt x="516" y="868"/>
                    <a:pt x="512" y="873"/>
                    <a:pt x="507" y="869"/>
                  </a:cubicBezTo>
                  <a:cubicBezTo>
                    <a:pt x="507" y="869"/>
                    <a:pt x="506" y="868"/>
                    <a:pt x="505" y="867"/>
                  </a:cubicBezTo>
                  <a:cubicBezTo>
                    <a:pt x="504" y="867"/>
                    <a:pt x="503" y="866"/>
                    <a:pt x="502" y="866"/>
                  </a:cubicBezTo>
                  <a:cubicBezTo>
                    <a:pt x="502" y="866"/>
                    <a:pt x="496" y="862"/>
                    <a:pt x="494" y="861"/>
                  </a:cubicBezTo>
                  <a:cubicBezTo>
                    <a:pt x="494" y="861"/>
                    <a:pt x="490" y="858"/>
                    <a:pt x="490" y="856"/>
                  </a:cubicBezTo>
                  <a:cubicBezTo>
                    <a:pt x="490" y="856"/>
                    <a:pt x="489" y="853"/>
                    <a:pt x="487" y="853"/>
                  </a:cubicBezTo>
                  <a:cubicBezTo>
                    <a:pt x="487" y="853"/>
                    <a:pt x="486" y="853"/>
                    <a:pt x="486" y="851"/>
                  </a:cubicBezTo>
                  <a:cubicBezTo>
                    <a:pt x="486" y="851"/>
                    <a:pt x="486" y="851"/>
                    <a:pt x="486" y="851"/>
                  </a:cubicBezTo>
                  <a:cubicBezTo>
                    <a:pt x="486" y="851"/>
                    <a:pt x="486" y="851"/>
                    <a:pt x="486" y="850"/>
                  </a:cubicBezTo>
                  <a:cubicBezTo>
                    <a:pt x="486" y="850"/>
                    <a:pt x="485" y="849"/>
                    <a:pt x="487" y="846"/>
                  </a:cubicBezTo>
                  <a:cubicBezTo>
                    <a:pt x="487" y="846"/>
                    <a:pt x="489" y="844"/>
                    <a:pt x="491" y="843"/>
                  </a:cubicBezTo>
                  <a:cubicBezTo>
                    <a:pt x="491" y="843"/>
                    <a:pt x="495" y="839"/>
                    <a:pt x="498" y="837"/>
                  </a:cubicBezTo>
                  <a:cubicBezTo>
                    <a:pt x="498" y="837"/>
                    <a:pt x="499" y="836"/>
                    <a:pt x="500" y="835"/>
                  </a:cubicBezTo>
                  <a:cubicBezTo>
                    <a:pt x="501" y="834"/>
                    <a:pt x="502" y="833"/>
                    <a:pt x="502" y="833"/>
                  </a:cubicBezTo>
                  <a:cubicBezTo>
                    <a:pt x="502" y="833"/>
                    <a:pt x="504" y="831"/>
                    <a:pt x="506" y="830"/>
                  </a:cubicBezTo>
                  <a:cubicBezTo>
                    <a:pt x="506" y="830"/>
                    <a:pt x="509" y="829"/>
                    <a:pt x="509" y="828"/>
                  </a:cubicBezTo>
                  <a:cubicBezTo>
                    <a:pt x="509" y="828"/>
                    <a:pt x="509" y="825"/>
                    <a:pt x="509" y="824"/>
                  </a:cubicBezTo>
                  <a:cubicBezTo>
                    <a:pt x="507" y="809"/>
                    <a:pt x="507" y="809"/>
                    <a:pt x="507" y="809"/>
                  </a:cubicBezTo>
                  <a:cubicBezTo>
                    <a:pt x="507" y="809"/>
                    <a:pt x="507" y="808"/>
                    <a:pt x="508" y="809"/>
                  </a:cubicBezTo>
                  <a:cubicBezTo>
                    <a:pt x="508" y="809"/>
                    <a:pt x="509" y="809"/>
                    <a:pt x="510" y="809"/>
                  </a:cubicBezTo>
                  <a:cubicBezTo>
                    <a:pt x="510" y="809"/>
                    <a:pt x="512" y="808"/>
                    <a:pt x="513" y="812"/>
                  </a:cubicBezTo>
                  <a:cubicBezTo>
                    <a:pt x="513" y="812"/>
                    <a:pt x="515" y="816"/>
                    <a:pt x="516" y="820"/>
                  </a:cubicBezTo>
                  <a:cubicBezTo>
                    <a:pt x="516" y="820"/>
                    <a:pt x="516" y="825"/>
                    <a:pt x="516" y="826"/>
                  </a:cubicBezTo>
                  <a:cubicBezTo>
                    <a:pt x="516" y="826"/>
                    <a:pt x="516" y="828"/>
                    <a:pt x="518" y="828"/>
                  </a:cubicBezTo>
                  <a:cubicBezTo>
                    <a:pt x="518" y="828"/>
                    <a:pt x="520" y="828"/>
                    <a:pt x="523" y="828"/>
                  </a:cubicBezTo>
                  <a:cubicBezTo>
                    <a:pt x="527" y="829"/>
                    <a:pt x="531" y="829"/>
                    <a:pt x="533" y="829"/>
                  </a:cubicBezTo>
                  <a:cubicBezTo>
                    <a:pt x="533" y="829"/>
                    <a:pt x="537" y="830"/>
                    <a:pt x="541" y="835"/>
                  </a:cubicBezTo>
                  <a:cubicBezTo>
                    <a:pt x="541" y="835"/>
                    <a:pt x="542" y="835"/>
                    <a:pt x="540" y="838"/>
                  </a:cubicBezTo>
                  <a:close/>
                  <a:moveTo>
                    <a:pt x="604" y="809"/>
                  </a:moveTo>
                  <a:cubicBezTo>
                    <a:pt x="604" y="809"/>
                    <a:pt x="603" y="809"/>
                    <a:pt x="603" y="811"/>
                  </a:cubicBezTo>
                  <a:cubicBezTo>
                    <a:pt x="603" y="811"/>
                    <a:pt x="602" y="814"/>
                    <a:pt x="603" y="816"/>
                  </a:cubicBezTo>
                  <a:cubicBezTo>
                    <a:pt x="603" y="816"/>
                    <a:pt x="603" y="818"/>
                    <a:pt x="602" y="821"/>
                  </a:cubicBezTo>
                  <a:cubicBezTo>
                    <a:pt x="602" y="821"/>
                    <a:pt x="598" y="826"/>
                    <a:pt x="601" y="831"/>
                  </a:cubicBezTo>
                  <a:cubicBezTo>
                    <a:pt x="601" y="831"/>
                    <a:pt x="604" y="834"/>
                    <a:pt x="601" y="836"/>
                  </a:cubicBezTo>
                  <a:cubicBezTo>
                    <a:pt x="601" y="836"/>
                    <a:pt x="600" y="837"/>
                    <a:pt x="599" y="840"/>
                  </a:cubicBezTo>
                  <a:cubicBezTo>
                    <a:pt x="599" y="840"/>
                    <a:pt x="599" y="842"/>
                    <a:pt x="599" y="842"/>
                  </a:cubicBezTo>
                  <a:cubicBezTo>
                    <a:pt x="599" y="842"/>
                    <a:pt x="598" y="844"/>
                    <a:pt x="598" y="845"/>
                  </a:cubicBezTo>
                  <a:cubicBezTo>
                    <a:pt x="598" y="845"/>
                    <a:pt x="598" y="847"/>
                    <a:pt x="595" y="848"/>
                  </a:cubicBezTo>
                  <a:cubicBezTo>
                    <a:pt x="595" y="848"/>
                    <a:pt x="593" y="850"/>
                    <a:pt x="592" y="851"/>
                  </a:cubicBezTo>
                  <a:cubicBezTo>
                    <a:pt x="592" y="851"/>
                    <a:pt x="591" y="853"/>
                    <a:pt x="590" y="853"/>
                  </a:cubicBezTo>
                  <a:cubicBezTo>
                    <a:pt x="590" y="853"/>
                    <a:pt x="590" y="853"/>
                    <a:pt x="590" y="854"/>
                  </a:cubicBezTo>
                  <a:cubicBezTo>
                    <a:pt x="590" y="854"/>
                    <a:pt x="589" y="856"/>
                    <a:pt x="586" y="857"/>
                  </a:cubicBezTo>
                  <a:cubicBezTo>
                    <a:pt x="586" y="857"/>
                    <a:pt x="586" y="850"/>
                    <a:pt x="586" y="848"/>
                  </a:cubicBezTo>
                  <a:cubicBezTo>
                    <a:pt x="586" y="848"/>
                    <a:pt x="586" y="845"/>
                    <a:pt x="586" y="843"/>
                  </a:cubicBezTo>
                  <a:cubicBezTo>
                    <a:pt x="586" y="843"/>
                    <a:pt x="586" y="840"/>
                    <a:pt x="588" y="840"/>
                  </a:cubicBezTo>
                  <a:cubicBezTo>
                    <a:pt x="588" y="840"/>
                    <a:pt x="588" y="841"/>
                    <a:pt x="588" y="840"/>
                  </a:cubicBezTo>
                  <a:cubicBezTo>
                    <a:pt x="588" y="840"/>
                    <a:pt x="590" y="836"/>
                    <a:pt x="590" y="835"/>
                  </a:cubicBezTo>
                  <a:cubicBezTo>
                    <a:pt x="590" y="835"/>
                    <a:pt x="588" y="834"/>
                    <a:pt x="588" y="834"/>
                  </a:cubicBezTo>
                  <a:cubicBezTo>
                    <a:pt x="588" y="834"/>
                    <a:pt x="587" y="833"/>
                    <a:pt x="587" y="832"/>
                  </a:cubicBezTo>
                  <a:cubicBezTo>
                    <a:pt x="587" y="832"/>
                    <a:pt x="587" y="832"/>
                    <a:pt x="586" y="831"/>
                  </a:cubicBezTo>
                  <a:cubicBezTo>
                    <a:pt x="586" y="831"/>
                    <a:pt x="584" y="830"/>
                    <a:pt x="584" y="831"/>
                  </a:cubicBezTo>
                  <a:cubicBezTo>
                    <a:pt x="584" y="831"/>
                    <a:pt x="584" y="831"/>
                    <a:pt x="582" y="831"/>
                  </a:cubicBezTo>
                  <a:cubicBezTo>
                    <a:pt x="582" y="831"/>
                    <a:pt x="573" y="829"/>
                    <a:pt x="577" y="827"/>
                  </a:cubicBezTo>
                  <a:cubicBezTo>
                    <a:pt x="577" y="827"/>
                    <a:pt x="582" y="827"/>
                    <a:pt x="585" y="822"/>
                  </a:cubicBezTo>
                  <a:cubicBezTo>
                    <a:pt x="585" y="822"/>
                    <a:pt x="586" y="822"/>
                    <a:pt x="587" y="814"/>
                  </a:cubicBezTo>
                  <a:cubicBezTo>
                    <a:pt x="587" y="814"/>
                    <a:pt x="587" y="813"/>
                    <a:pt x="586" y="813"/>
                  </a:cubicBezTo>
                  <a:cubicBezTo>
                    <a:pt x="586" y="813"/>
                    <a:pt x="585" y="812"/>
                    <a:pt x="586" y="812"/>
                  </a:cubicBezTo>
                  <a:cubicBezTo>
                    <a:pt x="586" y="812"/>
                    <a:pt x="586" y="811"/>
                    <a:pt x="585" y="810"/>
                  </a:cubicBezTo>
                  <a:cubicBezTo>
                    <a:pt x="585" y="810"/>
                    <a:pt x="584" y="809"/>
                    <a:pt x="585" y="808"/>
                  </a:cubicBezTo>
                  <a:cubicBezTo>
                    <a:pt x="585" y="808"/>
                    <a:pt x="585" y="807"/>
                    <a:pt x="584" y="806"/>
                  </a:cubicBezTo>
                  <a:cubicBezTo>
                    <a:pt x="584" y="806"/>
                    <a:pt x="584" y="806"/>
                    <a:pt x="584" y="805"/>
                  </a:cubicBezTo>
                  <a:cubicBezTo>
                    <a:pt x="584" y="805"/>
                    <a:pt x="584" y="805"/>
                    <a:pt x="583" y="803"/>
                  </a:cubicBezTo>
                  <a:cubicBezTo>
                    <a:pt x="583" y="803"/>
                    <a:pt x="583" y="803"/>
                    <a:pt x="584" y="802"/>
                  </a:cubicBezTo>
                  <a:cubicBezTo>
                    <a:pt x="584" y="802"/>
                    <a:pt x="585" y="803"/>
                    <a:pt x="584" y="801"/>
                  </a:cubicBezTo>
                  <a:cubicBezTo>
                    <a:pt x="584" y="801"/>
                    <a:pt x="583" y="800"/>
                    <a:pt x="582" y="799"/>
                  </a:cubicBezTo>
                  <a:cubicBezTo>
                    <a:pt x="581" y="798"/>
                    <a:pt x="581" y="798"/>
                    <a:pt x="581" y="798"/>
                  </a:cubicBezTo>
                  <a:cubicBezTo>
                    <a:pt x="577" y="791"/>
                    <a:pt x="577" y="791"/>
                    <a:pt x="577" y="791"/>
                  </a:cubicBezTo>
                  <a:cubicBezTo>
                    <a:pt x="577" y="791"/>
                    <a:pt x="574" y="788"/>
                    <a:pt x="578" y="789"/>
                  </a:cubicBezTo>
                  <a:cubicBezTo>
                    <a:pt x="578" y="789"/>
                    <a:pt x="581" y="788"/>
                    <a:pt x="584" y="789"/>
                  </a:cubicBezTo>
                  <a:cubicBezTo>
                    <a:pt x="584" y="789"/>
                    <a:pt x="587" y="789"/>
                    <a:pt x="589" y="789"/>
                  </a:cubicBezTo>
                  <a:cubicBezTo>
                    <a:pt x="589" y="789"/>
                    <a:pt x="590" y="788"/>
                    <a:pt x="591" y="792"/>
                  </a:cubicBezTo>
                  <a:cubicBezTo>
                    <a:pt x="591" y="792"/>
                    <a:pt x="593" y="795"/>
                    <a:pt x="593" y="795"/>
                  </a:cubicBezTo>
                  <a:cubicBezTo>
                    <a:pt x="593" y="795"/>
                    <a:pt x="598" y="796"/>
                    <a:pt x="599" y="797"/>
                  </a:cubicBezTo>
                  <a:cubicBezTo>
                    <a:pt x="599" y="797"/>
                    <a:pt x="599" y="797"/>
                    <a:pt x="599" y="796"/>
                  </a:cubicBezTo>
                  <a:cubicBezTo>
                    <a:pt x="599" y="796"/>
                    <a:pt x="601" y="796"/>
                    <a:pt x="603" y="798"/>
                  </a:cubicBezTo>
                  <a:cubicBezTo>
                    <a:pt x="603" y="798"/>
                    <a:pt x="602" y="800"/>
                    <a:pt x="604" y="799"/>
                  </a:cubicBezTo>
                  <a:cubicBezTo>
                    <a:pt x="604" y="799"/>
                    <a:pt x="606" y="799"/>
                    <a:pt x="606" y="802"/>
                  </a:cubicBezTo>
                  <a:cubicBezTo>
                    <a:pt x="606" y="802"/>
                    <a:pt x="607" y="806"/>
                    <a:pt x="604" y="809"/>
                  </a:cubicBezTo>
                  <a:close/>
                  <a:moveTo>
                    <a:pt x="632" y="834"/>
                  </a:moveTo>
                  <a:cubicBezTo>
                    <a:pt x="632" y="834"/>
                    <a:pt x="631" y="837"/>
                    <a:pt x="628" y="838"/>
                  </a:cubicBezTo>
                  <a:cubicBezTo>
                    <a:pt x="628" y="838"/>
                    <a:pt x="626" y="839"/>
                    <a:pt x="624" y="839"/>
                  </a:cubicBezTo>
                  <a:cubicBezTo>
                    <a:pt x="624" y="839"/>
                    <a:pt x="622" y="839"/>
                    <a:pt x="622" y="838"/>
                  </a:cubicBezTo>
                  <a:cubicBezTo>
                    <a:pt x="622" y="838"/>
                    <a:pt x="621" y="838"/>
                    <a:pt x="620" y="839"/>
                  </a:cubicBezTo>
                  <a:cubicBezTo>
                    <a:pt x="620" y="839"/>
                    <a:pt x="619" y="839"/>
                    <a:pt x="618" y="837"/>
                  </a:cubicBezTo>
                  <a:cubicBezTo>
                    <a:pt x="618" y="837"/>
                    <a:pt x="616" y="836"/>
                    <a:pt x="616" y="834"/>
                  </a:cubicBezTo>
                  <a:cubicBezTo>
                    <a:pt x="616" y="834"/>
                    <a:pt x="616" y="831"/>
                    <a:pt x="615" y="829"/>
                  </a:cubicBezTo>
                  <a:cubicBezTo>
                    <a:pt x="615" y="829"/>
                    <a:pt x="613" y="824"/>
                    <a:pt x="616" y="825"/>
                  </a:cubicBezTo>
                  <a:cubicBezTo>
                    <a:pt x="616" y="825"/>
                    <a:pt x="617" y="825"/>
                    <a:pt x="619" y="824"/>
                  </a:cubicBezTo>
                  <a:cubicBezTo>
                    <a:pt x="619" y="824"/>
                    <a:pt x="622" y="825"/>
                    <a:pt x="626" y="826"/>
                  </a:cubicBezTo>
                  <a:cubicBezTo>
                    <a:pt x="626" y="826"/>
                    <a:pt x="629" y="828"/>
                    <a:pt x="630" y="828"/>
                  </a:cubicBezTo>
                  <a:cubicBezTo>
                    <a:pt x="630" y="828"/>
                    <a:pt x="632" y="828"/>
                    <a:pt x="632" y="831"/>
                  </a:cubicBezTo>
                  <a:cubicBezTo>
                    <a:pt x="632" y="831"/>
                    <a:pt x="632" y="832"/>
                    <a:pt x="632" y="833"/>
                  </a:cubicBezTo>
                  <a:cubicBezTo>
                    <a:pt x="632" y="833"/>
                    <a:pt x="632" y="834"/>
                    <a:pt x="632" y="834"/>
                  </a:cubicBezTo>
                  <a:close/>
                  <a:moveTo>
                    <a:pt x="667" y="773"/>
                  </a:moveTo>
                  <a:cubicBezTo>
                    <a:pt x="667" y="773"/>
                    <a:pt x="665" y="772"/>
                    <a:pt x="664" y="772"/>
                  </a:cubicBezTo>
                  <a:cubicBezTo>
                    <a:pt x="664" y="772"/>
                    <a:pt x="662" y="770"/>
                    <a:pt x="662" y="773"/>
                  </a:cubicBezTo>
                  <a:cubicBezTo>
                    <a:pt x="662" y="773"/>
                    <a:pt x="656" y="778"/>
                    <a:pt x="656" y="783"/>
                  </a:cubicBezTo>
                  <a:cubicBezTo>
                    <a:pt x="656" y="783"/>
                    <a:pt x="656" y="784"/>
                    <a:pt x="657" y="785"/>
                  </a:cubicBezTo>
                  <a:cubicBezTo>
                    <a:pt x="657" y="785"/>
                    <a:pt x="657" y="788"/>
                    <a:pt x="656" y="789"/>
                  </a:cubicBezTo>
                  <a:cubicBezTo>
                    <a:pt x="656" y="789"/>
                    <a:pt x="656" y="792"/>
                    <a:pt x="655" y="793"/>
                  </a:cubicBezTo>
                  <a:cubicBezTo>
                    <a:pt x="655" y="793"/>
                    <a:pt x="654" y="793"/>
                    <a:pt x="653" y="794"/>
                  </a:cubicBezTo>
                  <a:cubicBezTo>
                    <a:pt x="653" y="794"/>
                    <a:pt x="653" y="794"/>
                    <a:pt x="652" y="794"/>
                  </a:cubicBezTo>
                  <a:cubicBezTo>
                    <a:pt x="652" y="794"/>
                    <a:pt x="647" y="794"/>
                    <a:pt x="648" y="791"/>
                  </a:cubicBezTo>
                  <a:cubicBezTo>
                    <a:pt x="648" y="791"/>
                    <a:pt x="648" y="787"/>
                    <a:pt x="648" y="785"/>
                  </a:cubicBezTo>
                  <a:cubicBezTo>
                    <a:pt x="648" y="785"/>
                    <a:pt x="646" y="782"/>
                    <a:pt x="649" y="781"/>
                  </a:cubicBezTo>
                  <a:cubicBezTo>
                    <a:pt x="649" y="781"/>
                    <a:pt x="651" y="780"/>
                    <a:pt x="652" y="780"/>
                  </a:cubicBezTo>
                  <a:cubicBezTo>
                    <a:pt x="652" y="780"/>
                    <a:pt x="653" y="780"/>
                    <a:pt x="654" y="779"/>
                  </a:cubicBezTo>
                  <a:cubicBezTo>
                    <a:pt x="654" y="779"/>
                    <a:pt x="659" y="773"/>
                    <a:pt x="661" y="770"/>
                  </a:cubicBezTo>
                  <a:cubicBezTo>
                    <a:pt x="661" y="770"/>
                    <a:pt x="662" y="769"/>
                    <a:pt x="660" y="767"/>
                  </a:cubicBezTo>
                  <a:cubicBezTo>
                    <a:pt x="660" y="767"/>
                    <a:pt x="654" y="762"/>
                    <a:pt x="650" y="760"/>
                  </a:cubicBezTo>
                  <a:cubicBezTo>
                    <a:pt x="650" y="760"/>
                    <a:pt x="645" y="758"/>
                    <a:pt x="642" y="759"/>
                  </a:cubicBezTo>
                  <a:cubicBezTo>
                    <a:pt x="642" y="759"/>
                    <a:pt x="634" y="758"/>
                    <a:pt x="640" y="756"/>
                  </a:cubicBezTo>
                  <a:cubicBezTo>
                    <a:pt x="640" y="756"/>
                    <a:pt x="645" y="754"/>
                    <a:pt x="654" y="760"/>
                  </a:cubicBezTo>
                  <a:cubicBezTo>
                    <a:pt x="654" y="760"/>
                    <a:pt x="660" y="764"/>
                    <a:pt x="661" y="767"/>
                  </a:cubicBezTo>
                  <a:cubicBezTo>
                    <a:pt x="661" y="767"/>
                    <a:pt x="662" y="768"/>
                    <a:pt x="663" y="767"/>
                  </a:cubicBezTo>
                  <a:cubicBezTo>
                    <a:pt x="663" y="767"/>
                    <a:pt x="666" y="765"/>
                    <a:pt x="664" y="763"/>
                  </a:cubicBezTo>
                  <a:cubicBezTo>
                    <a:pt x="664" y="763"/>
                    <a:pt x="661" y="757"/>
                    <a:pt x="650" y="750"/>
                  </a:cubicBezTo>
                  <a:cubicBezTo>
                    <a:pt x="650" y="750"/>
                    <a:pt x="646" y="747"/>
                    <a:pt x="644" y="748"/>
                  </a:cubicBezTo>
                  <a:cubicBezTo>
                    <a:pt x="644" y="748"/>
                    <a:pt x="642" y="747"/>
                    <a:pt x="644" y="747"/>
                  </a:cubicBezTo>
                  <a:cubicBezTo>
                    <a:pt x="644" y="747"/>
                    <a:pt x="649" y="745"/>
                    <a:pt x="656" y="750"/>
                  </a:cubicBezTo>
                  <a:cubicBezTo>
                    <a:pt x="656" y="750"/>
                    <a:pt x="661" y="754"/>
                    <a:pt x="664" y="758"/>
                  </a:cubicBezTo>
                  <a:cubicBezTo>
                    <a:pt x="664" y="758"/>
                    <a:pt x="666" y="760"/>
                    <a:pt x="665" y="758"/>
                  </a:cubicBezTo>
                  <a:cubicBezTo>
                    <a:pt x="665" y="758"/>
                    <a:pt x="664" y="756"/>
                    <a:pt x="665" y="755"/>
                  </a:cubicBezTo>
                  <a:cubicBezTo>
                    <a:pt x="665" y="755"/>
                    <a:pt x="665" y="755"/>
                    <a:pt x="665" y="754"/>
                  </a:cubicBezTo>
                  <a:cubicBezTo>
                    <a:pt x="665" y="754"/>
                    <a:pt x="664" y="753"/>
                    <a:pt x="664" y="752"/>
                  </a:cubicBezTo>
                  <a:cubicBezTo>
                    <a:pt x="664" y="752"/>
                    <a:pt x="665" y="752"/>
                    <a:pt x="663" y="752"/>
                  </a:cubicBezTo>
                  <a:cubicBezTo>
                    <a:pt x="663" y="752"/>
                    <a:pt x="662" y="751"/>
                    <a:pt x="661" y="751"/>
                  </a:cubicBezTo>
                  <a:cubicBezTo>
                    <a:pt x="661" y="751"/>
                    <a:pt x="656" y="751"/>
                    <a:pt x="660" y="750"/>
                  </a:cubicBezTo>
                  <a:cubicBezTo>
                    <a:pt x="660" y="750"/>
                    <a:pt x="661" y="750"/>
                    <a:pt x="663" y="750"/>
                  </a:cubicBezTo>
                  <a:cubicBezTo>
                    <a:pt x="663" y="750"/>
                    <a:pt x="664" y="750"/>
                    <a:pt x="663" y="749"/>
                  </a:cubicBezTo>
                  <a:cubicBezTo>
                    <a:pt x="663" y="749"/>
                    <a:pt x="661" y="745"/>
                    <a:pt x="661" y="744"/>
                  </a:cubicBezTo>
                  <a:cubicBezTo>
                    <a:pt x="661" y="744"/>
                    <a:pt x="660" y="742"/>
                    <a:pt x="660" y="744"/>
                  </a:cubicBezTo>
                  <a:cubicBezTo>
                    <a:pt x="660" y="744"/>
                    <a:pt x="659" y="746"/>
                    <a:pt x="656" y="744"/>
                  </a:cubicBezTo>
                  <a:cubicBezTo>
                    <a:pt x="656" y="744"/>
                    <a:pt x="651" y="744"/>
                    <a:pt x="651" y="741"/>
                  </a:cubicBezTo>
                  <a:cubicBezTo>
                    <a:pt x="651" y="741"/>
                    <a:pt x="652" y="737"/>
                    <a:pt x="649" y="737"/>
                  </a:cubicBezTo>
                  <a:cubicBezTo>
                    <a:pt x="649" y="737"/>
                    <a:pt x="646" y="736"/>
                    <a:pt x="649" y="735"/>
                  </a:cubicBezTo>
                  <a:cubicBezTo>
                    <a:pt x="649" y="735"/>
                    <a:pt x="652" y="734"/>
                    <a:pt x="656" y="735"/>
                  </a:cubicBezTo>
                  <a:cubicBezTo>
                    <a:pt x="656" y="735"/>
                    <a:pt x="656" y="736"/>
                    <a:pt x="658" y="735"/>
                  </a:cubicBezTo>
                  <a:cubicBezTo>
                    <a:pt x="658" y="735"/>
                    <a:pt x="667" y="731"/>
                    <a:pt x="668" y="737"/>
                  </a:cubicBezTo>
                  <a:cubicBezTo>
                    <a:pt x="668" y="737"/>
                    <a:pt x="667" y="741"/>
                    <a:pt x="669" y="744"/>
                  </a:cubicBezTo>
                  <a:cubicBezTo>
                    <a:pt x="669" y="744"/>
                    <a:pt x="669" y="746"/>
                    <a:pt x="669" y="747"/>
                  </a:cubicBezTo>
                  <a:cubicBezTo>
                    <a:pt x="669" y="747"/>
                    <a:pt x="669" y="748"/>
                    <a:pt x="670" y="750"/>
                  </a:cubicBezTo>
                  <a:cubicBezTo>
                    <a:pt x="670" y="750"/>
                    <a:pt x="671" y="750"/>
                    <a:pt x="670" y="751"/>
                  </a:cubicBezTo>
                  <a:cubicBezTo>
                    <a:pt x="670" y="751"/>
                    <a:pt x="670" y="753"/>
                    <a:pt x="670" y="755"/>
                  </a:cubicBezTo>
                  <a:cubicBezTo>
                    <a:pt x="670" y="755"/>
                    <a:pt x="669" y="758"/>
                    <a:pt x="671" y="756"/>
                  </a:cubicBezTo>
                  <a:cubicBezTo>
                    <a:pt x="671" y="756"/>
                    <a:pt x="676" y="749"/>
                    <a:pt x="678" y="746"/>
                  </a:cubicBezTo>
                  <a:cubicBezTo>
                    <a:pt x="678" y="746"/>
                    <a:pt x="680" y="744"/>
                    <a:pt x="677" y="744"/>
                  </a:cubicBezTo>
                  <a:cubicBezTo>
                    <a:pt x="677" y="744"/>
                    <a:pt x="674" y="743"/>
                    <a:pt x="672" y="742"/>
                  </a:cubicBezTo>
                  <a:cubicBezTo>
                    <a:pt x="672" y="742"/>
                    <a:pt x="670" y="741"/>
                    <a:pt x="672" y="740"/>
                  </a:cubicBezTo>
                  <a:cubicBezTo>
                    <a:pt x="672" y="740"/>
                    <a:pt x="674" y="741"/>
                    <a:pt x="674" y="740"/>
                  </a:cubicBezTo>
                  <a:cubicBezTo>
                    <a:pt x="674" y="740"/>
                    <a:pt x="673" y="739"/>
                    <a:pt x="674" y="739"/>
                  </a:cubicBezTo>
                  <a:cubicBezTo>
                    <a:pt x="674" y="739"/>
                    <a:pt x="676" y="739"/>
                    <a:pt x="676" y="737"/>
                  </a:cubicBezTo>
                  <a:cubicBezTo>
                    <a:pt x="676" y="737"/>
                    <a:pt x="675" y="734"/>
                    <a:pt x="674" y="735"/>
                  </a:cubicBezTo>
                  <a:cubicBezTo>
                    <a:pt x="674" y="735"/>
                    <a:pt x="670" y="735"/>
                    <a:pt x="669" y="733"/>
                  </a:cubicBezTo>
                  <a:cubicBezTo>
                    <a:pt x="669" y="733"/>
                    <a:pt x="667" y="732"/>
                    <a:pt x="667" y="731"/>
                  </a:cubicBezTo>
                  <a:cubicBezTo>
                    <a:pt x="667" y="731"/>
                    <a:pt x="667" y="730"/>
                    <a:pt x="669" y="731"/>
                  </a:cubicBezTo>
                  <a:cubicBezTo>
                    <a:pt x="669" y="731"/>
                    <a:pt x="673" y="733"/>
                    <a:pt x="671" y="730"/>
                  </a:cubicBezTo>
                  <a:cubicBezTo>
                    <a:pt x="669" y="728"/>
                    <a:pt x="669" y="728"/>
                    <a:pt x="669" y="728"/>
                  </a:cubicBezTo>
                  <a:cubicBezTo>
                    <a:pt x="669" y="728"/>
                    <a:pt x="669" y="726"/>
                    <a:pt x="666" y="728"/>
                  </a:cubicBezTo>
                  <a:cubicBezTo>
                    <a:pt x="666" y="728"/>
                    <a:pt x="660" y="729"/>
                    <a:pt x="662" y="727"/>
                  </a:cubicBezTo>
                  <a:cubicBezTo>
                    <a:pt x="662" y="727"/>
                    <a:pt x="664" y="726"/>
                    <a:pt x="663" y="725"/>
                  </a:cubicBezTo>
                  <a:cubicBezTo>
                    <a:pt x="663" y="725"/>
                    <a:pt x="663" y="724"/>
                    <a:pt x="665" y="723"/>
                  </a:cubicBezTo>
                  <a:cubicBezTo>
                    <a:pt x="665" y="723"/>
                    <a:pt x="666" y="722"/>
                    <a:pt x="665" y="721"/>
                  </a:cubicBezTo>
                  <a:cubicBezTo>
                    <a:pt x="665" y="721"/>
                    <a:pt x="665" y="721"/>
                    <a:pt x="668" y="720"/>
                  </a:cubicBezTo>
                  <a:cubicBezTo>
                    <a:pt x="668" y="720"/>
                    <a:pt x="676" y="717"/>
                    <a:pt x="677" y="721"/>
                  </a:cubicBezTo>
                  <a:cubicBezTo>
                    <a:pt x="677" y="721"/>
                    <a:pt x="678" y="723"/>
                    <a:pt x="677" y="725"/>
                  </a:cubicBezTo>
                  <a:cubicBezTo>
                    <a:pt x="677" y="725"/>
                    <a:pt x="676" y="725"/>
                    <a:pt x="677" y="729"/>
                  </a:cubicBezTo>
                  <a:cubicBezTo>
                    <a:pt x="677" y="729"/>
                    <a:pt x="677" y="731"/>
                    <a:pt x="679" y="732"/>
                  </a:cubicBezTo>
                  <a:cubicBezTo>
                    <a:pt x="679" y="732"/>
                    <a:pt x="680" y="734"/>
                    <a:pt x="681" y="736"/>
                  </a:cubicBezTo>
                  <a:cubicBezTo>
                    <a:pt x="681" y="736"/>
                    <a:pt x="683" y="739"/>
                    <a:pt x="683" y="740"/>
                  </a:cubicBezTo>
                  <a:cubicBezTo>
                    <a:pt x="683" y="740"/>
                    <a:pt x="683" y="742"/>
                    <a:pt x="684" y="741"/>
                  </a:cubicBezTo>
                  <a:cubicBezTo>
                    <a:pt x="684" y="741"/>
                    <a:pt x="692" y="731"/>
                    <a:pt x="698" y="734"/>
                  </a:cubicBezTo>
                  <a:cubicBezTo>
                    <a:pt x="698" y="734"/>
                    <a:pt x="701" y="733"/>
                    <a:pt x="697" y="738"/>
                  </a:cubicBezTo>
                  <a:cubicBezTo>
                    <a:pt x="697" y="738"/>
                    <a:pt x="696" y="740"/>
                    <a:pt x="695" y="740"/>
                  </a:cubicBezTo>
                  <a:cubicBezTo>
                    <a:pt x="688" y="743"/>
                    <a:pt x="688" y="743"/>
                    <a:pt x="688" y="743"/>
                  </a:cubicBezTo>
                  <a:cubicBezTo>
                    <a:pt x="688" y="743"/>
                    <a:pt x="686" y="744"/>
                    <a:pt x="689" y="742"/>
                  </a:cubicBezTo>
                  <a:cubicBezTo>
                    <a:pt x="689" y="742"/>
                    <a:pt x="692" y="739"/>
                    <a:pt x="692" y="738"/>
                  </a:cubicBezTo>
                  <a:cubicBezTo>
                    <a:pt x="692" y="738"/>
                    <a:pt x="692" y="736"/>
                    <a:pt x="691" y="738"/>
                  </a:cubicBezTo>
                  <a:cubicBezTo>
                    <a:pt x="691" y="738"/>
                    <a:pt x="687" y="741"/>
                    <a:pt x="686" y="742"/>
                  </a:cubicBezTo>
                  <a:cubicBezTo>
                    <a:pt x="686" y="742"/>
                    <a:pt x="684" y="743"/>
                    <a:pt x="685" y="745"/>
                  </a:cubicBezTo>
                  <a:cubicBezTo>
                    <a:pt x="685" y="745"/>
                    <a:pt x="685" y="746"/>
                    <a:pt x="685" y="746"/>
                  </a:cubicBezTo>
                  <a:cubicBezTo>
                    <a:pt x="685" y="746"/>
                    <a:pt x="685" y="747"/>
                    <a:pt x="685" y="747"/>
                  </a:cubicBezTo>
                  <a:cubicBezTo>
                    <a:pt x="685" y="747"/>
                    <a:pt x="687" y="751"/>
                    <a:pt x="684" y="751"/>
                  </a:cubicBezTo>
                  <a:cubicBezTo>
                    <a:pt x="684" y="751"/>
                    <a:pt x="681" y="751"/>
                    <a:pt x="680" y="749"/>
                  </a:cubicBezTo>
                  <a:cubicBezTo>
                    <a:pt x="680" y="749"/>
                    <a:pt x="679" y="747"/>
                    <a:pt x="678" y="750"/>
                  </a:cubicBezTo>
                  <a:cubicBezTo>
                    <a:pt x="678" y="750"/>
                    <a:pt x="675" y="755"/>
                    <a:pt x="673" y="757"/>
                  </a:cubicBezTo>
                  <a:cubicBezTo>
                    <a:pt x="673" y="757"/>
                    <a:pt x="668" y="762"/>
                    <a:pt x="669" y="763"/>
                  </a:cubicBezTo>
                  <a:cubicBezTo>
                    <a:pt x="669" y="763"/>
                    <a:pt x="671" y="765"/>
                    <a:pt x="670" y="765"/>
                  </a:cubicBezTo>
                  <a:cubicBezTo>
                    <a:pt x="670" y="765"/>
                    <a:pt x="669" y="766"/>
                    <a:pt x="667" y="765"/>
                  </a:cubicBezTo>
                  <a:cubicBezTo>
                    <a:pt x="667" y="765"/>
                    <a:pt x="667" y="765"/>
                    <a:pt x="666" y="767"/>
                  </a:cubicBezTo>
                  <a:cubicBezTo>
                    <a:pt x="666" y="767"/>
                    <a:pt x="663" y="770"/>
                    <a:pt x="665" y="771"/>
                  </a:cubicBezTo>
                  <a:cubicBezTo>
                    <a:pt x="665" y="771"/>
                    <a:pt x="666" y="771"/>
                    <a:pt x="667" y="772"/>
                  </a:cubicBezTo>
                  <a:cubicBezTo>
                    <a:pt x="667" y="772"/>
                    <a:pt x="669" y="772"/>
                    <a:pt x="667" y="773"/>
                  </a:cubicBezTo>
                  <a:close/>
                  <a:moveTo>
                    <a:pt x="706" y="796"/>
                  </a:moveTo>
                  <a:cubicBezTo>
                    <a:pt x="706" y="796"/>
                    <a:pt x="706" y="797"/>
                    <a:pt x="706" y="799"/>
                  </a:cubicBezTo>
                  <a:cubicBezTo>
                    <a:pt x="706" y="799"/>
                    <a:pt x="706" y="800"/>
                    <a:pt x="705" y="801"/>
                  </a:cubicBezTo>
                  <a:cubicBezTo>
                    <a:pt x="695" y="808"/>
                    <a:pt x="695" y="808"/>
                    <a:pt x="695" y="808"/>
                  </a:cubicBezTo>
                  <a:cubicBezTo>
                    <a:pt x="695" y="808"/>
                    <a:pt x="694" y="807"/>
                    <a:pt x="693" y="809"/>
                  </a:cubicBezTo>
                  <a:cubicBezTo>
                    <a:pt x="693" y="809"/>
                    <a:pt x="693" y="808"/>
                    <a:pt x="692" y="808"/>
                  </a:cubicBezTo>
                  <a:cubicBezTo>
                    <a:pt x="692" y="808"/>
                    <a:pt x="692" y="808"/>
                    <a:pt x="692" y="809"/>
                  </a:cubicBezTo>
                  <a:cubicBezTo>
                    <a:pt x="692" y="809"/>
                    <a:pt x="690" y="808"/>
                    <a:pt x="690" y="809"/>
                  </a:cubicBezTo>
                  <a:cubicBezTo>
                    <a:pt x="684" y="810"/>
                    <a:pt x="684" y="810"/>
                    <a:pt x="684" y="810"/>
                  </a:cubicBezTo>
                  <a:cubicBezTo>
                    <a:pt x="684" y="810"/>
                    <a:pt x="682" y="810"/>
                    <a:pt x="685" y="809"/>
                  </a:cubicBezTo>
                  <a:cubicBezTo>
                    <a:pt x="685" y="809"/>
                    <a:pt x="692" y="807"/>
                    <a:pt x="688" y="807"/>
                  </a:cubicBezTo>
                  <a:cubicBezTo>
                    <a:pt x="688" y="807"/>
                    <a:pt x="686" y="806"/>
                    <a:pt x="688" y="806"/>
                  </a:cubicBezTo>
                  <a:cubicBezTo>
                    <a:pt x="688" y="806"/>
                    <a:pt x="695" y="801"/>
                    <a:pt x="697" y="796"/>
                  </a:cubicBezTo>
                  <a:cubicBezTo>
                    <a:pt x="697" y="796"/>
                    <a:pt x="704" y="785"/>
                    <a:pt x="695" y="779"/>
                  </a:cubicBezTo>
                  <a:cubicBezTo>
                    <a:pt x="695" y="779"/>
                    <a:pt x="691" y="779"/>
                    <a:pt x="688" y="784"/>
                  </a:cubicBezTo>
                  <a:cubicBezTo>
                    <a:pt x="688" y="784"/>
                    <a:pt x="686" y="789"/>
                    <a:pt x="683" y="790"/>
                  </a:cubicBezTo>
                  <a:cubicBezTo>
                    <a:pt x="683" y="790"/>
                    <a:pt x="678" y="789"/>
                    <a:pt x="675" y="787"/>
                  </a:cubicBezTo>
                  <a:cubicBezTo>
                    <a:pt x="675" y="787"/>
                    <a:pt x="672" y="786"/>
                    <a:pt x="675" y="786"/>
                  </a:cubicBezTo>
                  <a:cubicBezTo>
                    <a:pt x="675" y="786"/>
                    <a:pt x="676" y="786"/>
                    <a:pt x="678" y="784"/>
                  </a:cubicBezTo>
                  <a:cubicBezTo>
                    <a:pt x="678" y="784"/>
                    <a:pt x="681" y="783"/>
                    <a:pt x="681" y="782"/>
                  </a:cubicBezTo>
                  <a:cubicBezTo>
                    <a:pt x="681" y="782"/>
                    <a:pt x="683" y="779"/>
                    <a:pt x="685" y="777"/>
                  </a:cubicBezTo>
                  <a:cubicBezTo>
                    <a:pt x="685" y="777"/>
                    <a:pt x="688" y="775"/>
                    <a:pt x="689" y="773"/>
                  </a:cubicBezTo>
                  <a:cubicBezTo>
                    <a:pt x="689" y="773"/>
                    <a:pt x="689" y="771"/>
                    <a:pt x="687" y="772"/>
                  </a:cubicBezTo>
                  <a:cubicBezTo>
                    <a:pt x="687" y="772"/>
                    <a:pt x="683" y="776"/>
                    <a:pt x="679" y="769"/>
                  </a:cubicBezTo>
                  <a:cubicBezTo>
                    <a:pt x="679" y="769"/>
                    <a:pt x="679" y="761"/>
                    <a:pt x="678" y="764"/>
                  </a:cubicBezTo>
                  <a:cubicBezTo>
                    <a:pt x="678" y="764"/>
                    <a:pt x="676" y="769"/>
                    <a:pt x="673" y="770"/>
                  </a:cubicBezTo>
                  <a:cubicBezTo>
                    <a:pt x="673" y="770"/>
                    <a:pt x="671" y="771"/>
                    <a:pt x="669" y="770"/>
                  </a:cubicBezTo>
                  <a:cubicBezTo>
                    <a:pt x="669" y="770"/>
                    <a:pt x="666" y="769"/>
                    <a:pt x="669" y="769"/>
                  </a:cubicBezTo>
                  <a:cubicBezTo>
                    <a:pt x="669" y="769"/>
                    <a:pt x="672" y="768"/>
                    <a:pt x="674" y="764"/>
                  </a:cubicBezTo>
                  <a:cubicBezTo>
                    <a:pt x="674" y="764"/>
                    <a:pt x="676" y="761"/>
                    <a:pt x="676" y="759"/>
                  </a:cubicBezTo>
                  <a:cubicBezTo>
                    <a:pt x="676" y="759"/>
                    <a:pt x="675" y="758"/>
                    <a:pt x="678" y="757"/>
                  </a:cubicBezTo>
                  <a:cubicBezTo>
                    <a:pt x="678" y="757"/>
                    <a:pt x="684" y="752"/>
                    <a:pt x="688" y="755"/>
                  </a:cubicBezTo>
                  <a:cubicBezTo>
                    <a:pt x="688" y="755"/>
                    <a:pt x="689" y="757"/>
                    <a:pt x="688" y="760"/>
                  </a:cubicBezTo>
                  <a:cubicBezTo>
                    <a:pt x="688" y="760"/>
                    <a:pt x="687" y="762"/>
                    <a:pt x="690" y="765"/>
                  </a:cubicBezTo>
                  <a:cubicBezTo>
                    <a:pt x="690" y="765"/>
                    <a:pt x="694" y="767"/>
                    <a:pt x="695" y="766"/>
                  </a:cubicBezTo>
                  <a:cubicBezTo>
                    <a:pt x="695" y="766"/>
                    <a:pt x="700" y="762"/>
                    <a:pt x="702" y="763"/>
                  </a:cubicBezTo>
                  <a:cubicBezTo>
                    <a:pt x="702" y="763"/>
                    <a:pt x="706" y="763"/>
                    <a:pt x="705" y="766"/>
                  </a:cubicBezTo>
                  <a:cubicBezTo>
                    <a:pt x="705" y="766"/>
                    <a:pt x="704" y="768"/>
                    <a:pt x="704" y="769"/>
                  </a:cubicBezTo>
                  <a:cubicBezTo>
                    <a:pt x="704" y="769"/>
                    <a:pt x="704" y="769"/>
                    <a:pt x="702" y="770"/>
                  </a:cubicBezTo>
                  <a:cubicBezTo>
                    <a:pt x="702" y="770"/>
                    <a:pt x="699" y="772"/>
                    <a:pt x="702" y="775"/>
                  </a:cubicBezTo>
                  <a:cubicBezTo>
                    <a:pt x="707" y="782"/>
                    <a:pt x="707" y="782"/>
                    <a:pt x="707" y="782"/>
                  </a:cubicBezTo>
                  <a:cubicBezTo>
                    <a:pt x="707" y="782"/>
                    <a:pt x="709" y="788"/>
                    <a:pt x="708" y="793"/>
                  </a:cubicBezTo>
                  <a:cubicBezTo>
                    <a:pt x="708" y="793"/>
                    <a:pt x="707" y="795"/>
                    <a:pt x="706" y="796"/>
                  </a:cubicBezTo>
                  <a:close/>
                  <a:moveTo>
                    <a:pt x="452" y="787"/>
                  </a:moveTo>
                  <a:cubicBezTo>
                    <a:pt x="268" y="787"/>
                    <a:pt x="119" y="638"/>
                    <a:pt x="119" y="454"/>
                  </a:cubicBezTo>
                  <a:cubicBezTo>
                    <a:pt x="119" y="270"/>
                    <a:pt x="268" y="121"/>
                    <a:pt x="452" y="121"/>
                  </a:cubicBezTo>
                  <a:cubicBezTo>
                    <a:pt x="636" y="121"/>
                    <a:pt x="785" y="270"/>
                    <a:pt x="785" y="454"/>
                  </a:cubicBezTo>
                  <a:cubicBezTo>
                    <a:pt x="785" y="638"/>
                    <a:pt x="636" y="787"/>
                    <a:pt x="452" y="787"/>
                  </a:cubicBezTo>
                  <a:close/>
                  <a:moveTo>
                    <a:pt x="779" y="318"/>
                  </a:moveTo>
                  <a:cubicBezTo>
                    <a:pt x="776" y="310"/>
                    <a:pt x="775" y="303"/>
                    <a:pt x="778" y="296"/>
                  </a:cubicBezTo>
                  <a:cubicBezTo>
                    <a:pt x="780" y="290"/>
                    <a:pt x="785" y="285"/>
                    <a:pt x="793" y="282"/>
                  </a:cubicBezTo>
                  <a:cubicBezTo>
                    <a:pt x="798" y="280"/>
                    <a:pt x="802" y="279"/>
                    <a:pt x="806" y="279"/>
                  </a:cubicBezTo>
                  <a:cubicBezTo>
                    <a:pt x="809" y="279"/>
                    <a:pt x="812" y="280"/>
                    <a:pt x="815" y="281"/>
                  </a:cubicBezTo>
                  <a:cubicBezTo>
                    <a:pt x="817" y="283"/>
                    <a:pt x="820" y="284"/>
                    <a:pt x="822" y="286"/>
                  </a:cubicBezTo>
                  <a:cubicBezTo>
                    <a:pt x="824" y="289"/>
                    <a:pt x="827" y="293"/>
                    <a:pt x="828" y="297"/>
                  </a:cubicBezTo>
                  <a:cubicBezTo>
                    <a:pt x="832" y="305"/>
                    <a:pt x="832" y="312"/>
                    <a:pt x="829" y="318"/>
                  </a:cubicBezTo>
                  <a:cubicBezTo>
                    <a:pt x="827" y="325"/>
                    <a:pt x="822" y="330"/>
                    <a:pt x="814" y="333"/>
                  </a:cubicBezTo>
                  <a:cubicBezTo>
                    <a:pt x="806" y="336"/>
                    <a:pt x="799" y="336"/>
                    <a:pt x="793" y="333"/>
                  </a:cubicBezTo>
                  <a:cubicBezTo>
                    <a:pt x="787" y="331"/>
                    <a:pt x="782" y="325"/>
                    <a:pt x="779" y="318"/>
                  </a:cubicBezTo>
                  <a:close/>
                  <a:moveTo>
                    <a:pt x="841" y="337"/>
                  </a:moveTo>
                  <a:cubicBezTo>
                    <a:pt x="844" y="348"/>
                    <a:pt x="844" y="348"/>
                    <a:pt x="844" y="348"/>
                  </a:cubicBezTo>
                  <a:cubicBezTo>
                    <a:pt x="803" y="358"/>
                    <a:pt x="803" y="358"/>
                    <a:pt x="803" y="358"/>
                  </a:cubicBezTo>
                  <a:cubicBezTo>
                    <a:pt x="810" y="386"/>
                    <a:pt x="810" y="386"/>
                    <a:pt x="810" y="386"/>
                  </a:cubicBezTo>
                  <a:cubicBezTo>
                    <a:pt x="801" y="388"/>
                    <a:pt x="801" y="388"/>
                    <a:pt x="801" y="388"/>
                  </a:cubicBezTo>
                  <a:cubicBezTo>
                    <a:pt x="792" y="349"/>
                    <a:pt x="792" y="349"/>
                    <a:pt x="792" y="349"/>
                  </a:cubicBezTo>
                  <a:lnTo>
                    <a:pt x="841" y="337"/>
                  </a:lnTo>
                  <a:close/>
                  <a:moveTo>
                    <a:pt x="852" y="525"/>
                  </a:moveTo>
                  <a:cubicBezTo>
                    <a:pt x="816" y="528"/>
                    <a:pt x="816" y="528"/>
                    <a:pt x="816" y="528"/>
                  </a:cubicBezTo>
                  <a:cubicBezTo>
                    <a:pt x="848" y="545"/>
                    <a:pt x="848" y="545"/>
                    <a:pt x="848" y="545"/>
                  </a:cubicBezTo>
                  <a:cubicBezTo>
                    <a:pt x="845" y="562"/>
                    <a:pt x="845" y="562"/>
                    <a:pt x="845" y="562"/>
                  </a:cubicBezTo>
                  <a:cubicBezTo>
                    <a:pt x="794" y="552"/>
                    <a:pt x="794" y="552"/>
                    <a:pt x="794" y="552"/>
                  </a:cubicBezTo>
                  <a:cubicBezTo>
                    <a:pt x="796" y="541"/>
                    <a:pt x="796" y="541"/>
                    <a:pt x="796" y="541"/>
                  </a:cubicBezTo>
                  <a:cubicBezTo>
                    <a:pt x="836" y="549"/>
                    <a:pt x="836" y="549"/>
                    <a:pt x="836" y="549"/>
                  </a:cubicBezTo>
                  <a:cubicBezTo>
                    <a:pt x="798" y="530"/>
                    <a:pt x="798" y="530"/>
                    <a:pt x="798" y="530"/>
                  </a:cubicBezTo>
                  <a:cubicBezTo>
                    <a:pt x="801" y="519"/>
                    <a:pt x="801" y="519"/>
                    <a:pt x="801" y="519"/>
                  </a:cubicBezTo>
                  <a:cubicBezTo>
                    <a:pt x="843" y="516"/>
                    <a:pt x="843" y="516"/>
                    <a:pt x="843" y="516"/>
                  </a:cubicBezTo>
                  <a:cubicBezTo>
                    <a:pt x="803" y="508"/>
                    <a:pt x="803" y="508"/>
                    <a:pt x="803" y="508"/>
                  </a:cubicBezTo>
                  <a:cubicBezTo>
                    <a:pt x="805" y="498"/>
                    <a:pt x="805" y="498"/>
                    <a:pt x="805" y="498"/>
                  </a:cubicBezTo>
                  <a:cubicBezTo>
                    <a:pt x="856" y="508"/>
                    <a:pt x="856" y="508"/>
                    <a:pt x="856" y="508"/>
                  </a:cubicBezTo>
                  <a:lnTo>
                    <a:pt x="852" y="525"/>
                  </a:lnTo>
                  <a:close/>
                  <a:moveTo>
                    <a:pt x="816" y="474"/>
                  </a:moveTo>
                  <a:cubicBezTo>
                    <a:pt x="817" y="476"/>
                    <a:pt x="818" y="477"/>
                    <a:pt x="820" y="477"/>
                  </a:cubicBezTo>
                  <a:cubicBezTo>
                    <a:pt x="822" y="478"/>
                    <a:pt x="825" y="478"/>
                    <a:pt x="829" y="478"/>
                  </a:cubicBezTo>
                  <a:cubicBezTo>
                    <a:pt x="858" y="479"/>
                    <a:pt x="858" y="479"/>
                    <a:pt x="858" y="479"/>
                  </a:cubicBezTo>
                  <a:cubicBezTo>
                    <a:pt x="857" y="491"/>
                    <a:pt x="857" y="491"/>
                    <a:pt x="857" y="491"/>
                  </a:cubicBezTo>
                  <a:cubicBezTo>
                    <a:pt x="830" y="490"/>
                    <a:pt x="830" y="490"/>
                    <a:pt x="830" y="490"/>
                  </a:cubicBezTo>
                  <a:cubicBezTo>
                    <a:pt x="824" y="490"/>
                    <a:pt x="819" y="489"/>
                    <a:pt x="817" y="488"/>
                  </a:cubicBezTo>
                  <a:cubicBezTo>
                    <a:pt x="814" y="488"/>
                    <a:pt x="812" y="486"/>
                    <a:pt x="811" y="485"/>
                  </a:cubicBezTo>
                  <a:cubicBezTo>
                    <a:pt x="809" y="483"/>
                    <a:pt x="808" y="481"/>
                    <a:pt x="807" y="478"/>
                  </a:cubicBezTo>
                  <a:cubicBezTo>
                    <a:pt x="806" y="475"/>
                    <a:pt x="805" y="471"/>
                    <a:pt x="805" y="467"/>
                  </a:cubicBezTo>
                  <a:cubicBezTo>
                    <a:pt x="806" y="461"/>
                    <a:pt x="806" y="457"/>
                    <a:pt x="808" y="455"/>
                  </a:cubicBezTo>
                  <a:cubicBezTo>
                    <a:pt x="809" y="452"/>
                    <a:pt x="810" y="450"/>
                    <a:pt x="812" y="448"/>
                  </a:cubicBezTo>
                  <a:cubicBezTo>
                    <a:pt x="814" y="447"/>
                    <a:pt x="816" y="446"/>
                    <a:pt x="818" y="445"/>
                  </a:cubicBezTo>
                  <a:cubicBezTo>
                    <a:pt x="821" y="444"/>
                    <a:pt x="825" y="444"/>
                    <a:pt x="831" y="444"/>
                  </a:cubicBezTo>
                  <a:cubicBezTo>
                    <a:pt x="859" y="445"/>
                    <a:pt x="859" y="445"/>
                    <a:pt x="859" y="445"/>
                  </a:cubicBezTo>
                  <a:cubicBezTo>
                    <a:pt x="858" y="457"/>
                    <a:pt x="858" y="457"/>
                    <a:pt x="858" y="457"/>
                  </a:cubicBezTo>
                  <a:cubicBezTo>
                    <a:pt x="830" y="456"/>
                    <a:pt x="830" y="456"/>
                    <a:pt x="830" y="456"/>
                  </a:cubicBezTo>
                  <a:cubicBezTo>
                    <a:pt x="826" y="456"/>
                    <a:pt x="823" y="456"/>
                    <a:pt x="822" y="456"/>
                  </a:cubicBezTo>
                  <a:cubicBezTo>
                    <a:pt x="819" y="456"/>
                    <a:pt x="818" y="457"/>
                    <a:pt x="816" y="459"/>
                  </a:cubicBezTo>
                  <a:cubicBezTo>
                    <a:pt x="815" y="461"/>
                    <a:pt x="814" y="464"/>
                    <a:pt x="814" y="467"/>
                  </a:cubicBezTo>
                  <a:cubicBezTo>
                    <a:pt x="814" y="470"/>
                    <a:pt x="815" y="473"/>
                    <a:pt x="816" y="4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68"/>
            <p:cNvSpPr/>
            <p:nvPr/>
          </p:nvSpPr>
          <p:spPr bwMode="auto">
            <a:xfrm>
              <a:off x="6087558" y="4249111"/>
              <a:ext cx="41275" cy="39688"/>
            </a:xfrm>
            <a:custGeom>
              <a:avLst/>
              <a:gdLst>
                <a:gd name="T0" fmla="*/ 13 w 22"/>
                <a:gd name="T1" fmla="*/ 20 h 21"/>
                <a:gd name="T2" fmla="*/ 17 w 22"/>
                <a:gd name="T3" fmla="*/ 20 h 21"/>
                <a:gd name="T4" fmla="*/ 21 w 22"/>
                <a:gd name="T5" fmla="*/ 17 h 21"/>
                <a:gd name="T6" fmla="*/ 22 w 22"/>
                <a:gd name="T7" fmla="*/ 13 h 21"/>
                <a:gd name="T8" fmla="*/ 19 w 22"/>
                <a:gd name="T9" fmla="*/ 8 h 21"/>
                <a:gd name="T10" fmla="*/ 13 w 22"/>
                <a:gd name="T11" fmla="*/ 3 h 21"/>
                <a:gd name="T12" fmla="*/ 8 w 22"/>
                <a:gd name="T13" fmla="*/ 0 h 21"/>
                <a:gd name="T14" fmla="*/ 0 w 22"/>
                <a:gd name="T15" fmla="*/ 12 h 21"/>
                <a:gd name="T16" fmla="*/ 5 w 22"/>
                <a:gd name="T17" fmla="*/ 16 h 21"/>
                <a:gd name="T18" fmla="*/ 13 w 22"/>
                <a:gd name="T19"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1">
                  <a:moveTo>
                    <a:pt x="13" y="20"/>
                  </a:moveTo>
                  <a:cubicBezTo>
                    <a:pt x="14" y="21"/>
                    <a:pt x="16" y="21"/>
                    <a:pt x="17" y="20"/>
                  </a:cubicBezTo>
                  <a:cubicBezTo>
                    <a:pt x="19" y="20"/>
                    <a:pt x="20" y="19"/>
                    <a:pt x="21" y="17"/>
                  </a:cubicBezTo>
                  <a:cubicBezTo>
                    <a:pt x="22" y="16"/>
                    <a:pt x="22" y="14"/>
                    <a:pt x="22" y="13"/>
                  </a:cubicBezTo>
                  <a:cubicBezTo>
                    <a:pt x="22" y="11"/>
                    <a:pt x="21" y="9"/>
                    <a:pt x="19" y="8"/>
                  </a:cubicBezTo>
                  <a:cubicBezTo>
                    <a:pt x="18" y="7"/>
                    <a:pt x="16" y="5"/>
                    <a:pt x="13" y="3"/>
                  </a:cubicBezTo>
                  <a:cubicBezTo>
                    <a:pt x="8" y="0"/>
                    <a:pt x="8" y="0"/>
                    <a:pt x="8" y="0"/>
                  </a:cubicBezTo>
                  <a:cubicBezTo>
                    <a:pt x="0" y="12"/>
                    <a:pt x="0" y="12"/>
                    <a:pt x="0" y="12"/>
                  </a:cubicBezTo>
                  <a:cubicBezTo>
                    <a:pt x="5" y="16"/>
                    <a:pt x="5" y="16"/>
                    <a:pt x="5" y="16"/>
                  </a:cubicBezTo>
                  <a:cubicBezTo>
                    <a:pt x="9" y="18"/>
                    <a:pt x="11" y="20"/>
                    <a:pt x="13"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69"/>
            <p:cNvSpPr/>
            <p:nvPr/>
          </p:nvSpPr>
          <p:spPr bwMode="auto">
            <a:xfrm>
              <a:off x="5819270" y="5563561"/>
              <a:ext cx="33338" cy="52388"/>
            </a:xfrm>
            <a:custGeom>
              <a:avLst/>
              <a:gdLst>
                <a:gd name="T0" fmla="*/ 3 w 18"/>
                <a:gd name="T1" fmla="*/ 3 h 28"/>
                <a:gd name="T2" fmla="*/ 5 w 18"/>
                <a:gd name="T3" fmla="*/ 6 h 28"/>
                <a:gd name="T4" fmla="*/ 7 w 18"/>
                <a:gd name="T5" fmla="*/ 8 h 28"/>
                <a:gd name="T6" fmla="*/ 7 w 18"/>
                <a:gd name="T7" fmla="*/ 11 h 28"/>
                <a:gd name="T8" fmla="*/ 6 w 18"/>
                <a:gd name="T9" fmla="*/ 13 h 28"/>
                <a:gd name="T10" fmla="*/ 2 w 18"/>
                <a:gd name="T11" fmla="*/ 19 h 28"/>
                <a:gd name="T12" fmla="*/ 3 w 18"/>
                <a:gd name="T13" fmla="*/ 25 h 28"/>
                <a:gd name="T14" fmla="*/ 8 w 18"/>
                <a:gd name="T15" fmla="*/ 22 h 28"/>
                <a:gd name="T16" fmla="*/ 9 w 18"/>
                <a:gd name="T17" fmla="*/ 21 h 28"/>
                <a:gd name="T18" fmla="*/ 10 w 18"/>
                <a:gd name="T19" fmla="*/ 19 h 28"/>
                <a:gd name="T20" fmla="*/ 14 w 18"/>
                <a:gd name="T21" fmla="*/ 13 h 28"/>
                <a:gd name="T22" fmla="*/ 17 w 18"/>
                <a:gd name="T23" fmla="*/ 6 h 28"/>
                <a:gd name="T24" fmla="*/ 17 w 18"/>
                <a:gd name="T25" fmla="*/ 4 h 28"/>
                <a:gd name="T26" fmla="*/ 12 w 18"/>
                <a:gd name="T27" fmla="*/ 1 h 28"/>
                <a:gd name="T28" fmla="*/ 7 w 18"/>
                <a:gd name="T29" fmla="*/ 0 h 28"/>
                <a:gd name="T30" fmla="*/ 4 w 18"/>
                <a:gd name="T31" fmla="*/ 0 h 28"/>
                <a:gd name="T32" fmla="*/ 3 w 18"/>
                <a:gd name="T33"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28">
                  <a:moveTo>
                    <a:pt x="3" y="3"/>
                  </a:moveTo>
                  <a:cubicBezTo>
                    <a:pt x="4" y="4"/>
                    <a:pt x="5" y="6"/>
                    <a:pt x="5" y="6"/>
                  </a:cubicBezTo>
                  <a:cubicBezTo>
                    <a:pt x="6" y="8"/>
                    <a:pt x="7" y="8"/>
                    <a:pt x="7" y="8"/>
                  </a:cubicBezTo>
                  <a:cubicBezTo>
                    <a:pt x="8" y="9"/>
                    <a:pt x="7" y="11"/>
                    <a:pt x="7" y="11"/>
                  </a:cubicBezTo>
                  <a:cubicBezTo>
                    <a:pt x="6" y="12"/>
                    <a:pt x="6" y="13"/>
                    <a:pt x="6" y="13"/>
                  </a:cubicBezTo>
                  <a:cubicBezTo>
                    <a:pt x="5" y="16"/>
                    <a:pt x="2" y="19"/>
                    <a:pt x="2" y="19"/>
                  </a:cubicBezTo>
                  <a:cubicBezTo>
                    <a:pt x="0" y="21"/>
                    <a:pt x="3" y="25"/>
                    <a:pt x="3" y="25"/>
                  </a:cubicBezTo>
                  <a:cubicBezTo>
                    <a:pt x="4" y="28"/>
                    <a:pt x="8" y="22"/>
                    <a:pt x="8" y="22"/>
                  </a:cubicBezTo>
                  <a:cubicBezTo>
                    <a:pt x="8" y="21"/>
                    <a:pt x="9" y="21"/>
                    <a:pt x="9" y="21"/>
                  </a:cubicBezTo>
                  <a:cubicBezTo>
                    <a:pt x="10" y="20"/>
                    <a:pt x="10" y="19"/>
                    <a:pt x="10" y="19"/>
                  </a:cubicBezTo>
                  <a:cubicBezTo>
                    <a:pt x="12" y="16"/>
                    <a:pt x="14" y="13"/>
                    <a:pt x="14" y="13"/>
                  </a:cubicBezTo>
                  <a:cubicBezTo>
                    <a:pt x="15" y="12"/>
                    <a:pt x="17" y="6"/>
                    <a:pt x="17" y="6"/>
                  </a:cubicBezTo>
                  <a:cubicBezTo>
                    <a:pt x="18" y="6"/>
                    <a:pt x="17" y="4"/>
                    <a:pt x="17" y="4"/>
                  </a:cubicBezTo>
                  <a:cubicBezTo>
                    <a:pt x="17" y="3"/>
                    <a:pt x="12" y="1"/>
                    <a:pt x="12" y="1"/>
                  </a:cubicBezTo>
                  <a:cubicBezTo>
                    <a:pt x="11" y="1"/>
                    <a:pt x="9" y="0"/>
                    <a:pt x="7" y="0"/>
                  </a:cubicBezTo>
                  <a:cubicBezTo>
                    <a:pt x="6" y="0"/>
                    <a:pt x="4" y="0"/>
                    <a:pt x="4" y="0"/>
                  </a:cubicBezTo>
                  <a:cubicBezTo>
                    <a:pt x="1" y="1"/>
                    <a:pt x="3" y="3"/>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70"/>
            <p:cNvSpPr/>
            <p:nvPr/>
          </p:nvSpPr>
          <p:spPr bwMode="auto">
            <a:xfrm>
              <a:off x="6317745" y="4565023"/>
              <a:ext cx="68263" cy="63500"/>
            </a:xfrm>
            <a:custGeom>
              <a:avLst/>
              <a:gdLst>
                <a:gd name="T0" fmla="*/ 25 w 37"/>
                <a:gd name="T1" fmla="*/ 32 h 34"/>
                <a:gd name="T2" fmla="*/ 35 w 37"/>
                <a:gd name="T3" fmla="*/ 23 h 34"/>
                <a:gd name="T4" fmla="*/ 35 w 37"/>
                <a:gd name="T5" fmla="*/ 10 h 34"/>
                <a:gd name="T6" fmla="*/ 27 w 37"/>
                <a:gd name="T7" fmla="*/ 2 h 34"/>
                <a:gd name="T8" fmla="*/ 13 w 37"/>
                <a:gd name="T9" fmla="*/ 3 h 34"/>
                <a:gd name="T10" fmla="*/ 2 w 37"/>
                <a:gd name="T11" fmla="*/ 12 h 34"/>
                <a:gd name="T12" fmla="*/ 2 w 37"/>
                <a:gd name="T13" fmla="*/ 24 h 34"/>
                <a:gd name="T14" fmla="*/ 11 w 37"/>
                <a:gd name="T15" fmla="*/ 33 h 34"/>
                <a:gd name="T16" fmla="*/ 25 w 37"/>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4">
                  <a:moveTo>
                    <a:pt x="25" y="32"/>
                  </a:moveTo>
                  <a:cubicBezTo>
                    <a:pt x="30" y="29"/>
                    <a:pt x="34" y="26"/>
                    <a:pt x="35" y="23"/>
                  </a:cubicBezTo>
                  <a:cubicBezTo>
                    <a:pt x="37" y="19"/>
                    <a:pt x="37" y="15"/>
                    <a:pt x="35" y="10"/>
                  </a:cubicBezTo>
                  <a:cubicBezTo>
                    <a:pt x="33" y="6"/>
                    <a:pt x="31" y="3"/>
                    <a:pt x="27" y="2"/>
                  </a:cubicBezTo>
                  <a:cubicBezTo>
                    <a:pt x="23" y="0"/>
                    <a:pt x="18" y="0"/>
                    <a:pt x="13" y="3"/>
                  </a:cubicBezTo>
                  <a:cubicBezTo>
                    <a:pt x="7" y="5"/>
                    <a:pt x="4" y="8"/>
                    <a:pt x="2" y="12"/>
                  </a:cubicBezTo>
                  <a:cubicBezTo>
                    <a:pt x="0" y="16"/>
                    <a:pt x="0" y="20"/>
                    <a:pt x="2" y="24"/>
                  </a:cubicBezTo>
                  <a:cubicBezTo>
                    <a:pt x="4" y="28"/>
                    <a:pt x="7" y="31"/>
                    <a:pt x="11" y="33"/>
                  </a:cubicBezTo>
                  <a:cubicBezTo>
                    <a:pt x="14" y="34"/>
                    <a:pt x="19" y="34"/>
                    <a:pt x="25"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62" name="组合 61"/>
          <p:cNvGrpSpPr/>
          <p:nvPr userDrawn="1"/>
        </p:nvGrpSpPr>
        <p:grpSpPr>
          <a:xfrm>
            <a:off x="-3520096" y="0"/>
            <a:ext cx="6882359" cy="6858000"/>
            <a:chOff x="4804858" y="3977648"/>
            <a:chExt cx="1793875" cy="1787526"/>
          </a:xfrm>
          <a:solidFill>
            <a:schemeClr val="bg1">
              <a:lumMod val="85000"/>
              <a:alpha val="40000"/>
            </a:schemeClr>
          </a:solidFill>
        </p:grpSpPr>
        <p:sp>
          <p:nvSpPr>
            <p:cNvPr id="63" name="Rectangle 51"/>
            <p:cNvSpPr>
              <a:spLocks noChangeArrowheads="1"/>
            </p:cNvSpPr>
            <p:nvPr/>
          </p:nvSpPr>
          <p:spPr bwMode="auto">
            <a:xfrm>
              <a:off x="5957383" y="4693611"/>
              <a:ext cx="793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4" name="Freeform 52"/>
            <p:cNvSpPr>
              <a:spLocks noEditPoints="1"/>
            </p:cNvSpPr>
            <p:nvPr/>
          </p:nvSpPr>
          <p:spPr bwMode="auto">
            <a:xfrm>
              <a:off x="5217608" y="4339598"/>
              <a:ext cx="917575" cy="107473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53"/>
            <p:cNvSpPr>
              <a:spLocks noEditPoints="1"/>
            </p:cNvSpPr>
            <p:nvPr/>
          </p:nvSpPr>
          <p:spPr bwMode="auto">
            <a:xfrm>
              <a:off x="4804858" y="3977648"/>
              <a:ext cx="1793875" cy="1787526"/>
            </a:xfrm>
            <a:custGeom>
              <a:avLst/>
              <a:gdLst>
                <a:gd name="T0" fmla="*/ 484 w 968"/>
                <a:gd name="T1" fmla="*/ 953 h 967"/>
                <a:gd name="T2" fmla="*/ 14 w 968"/>
                <a:gd name="T3" fmla="*/ 482 h 967"/>
                <a:gd name="T4" fmla="*/ 484 w 968"/>
                <a:gd name="T5" fmla="*/ 12 h 967"/>
                <a:gd name="T6" fmla="*/ 954 w 968"/>
                <a:gd name="T7" fmla="*/ 482 h 967"/>
                <a:gd name="T8" fmla="*/ 484 w 968"/>
                <a:gd name="T9" fmla="*/ 953 h 967"/>
                <a:gd name="T10" fmla="*/ 484 w 968"/>
                <a:gd name="T11" fmla="*/ 0 h 967"/>
                <a:gd name="T12" fmla="*/ 0 w 968"/>
                <a:gd name="T13" fmla="*/ 483 h 967"/>
                <a:gd name="T14" fmla="*/ 484 w 968"/>
                <a:gd name="T15" fmla="*/ 967 h 967"/>
                <a:gd name="T16" fmla="*/ 968 w 968"/>
                <a:gd name="T17" fmla="*/ 483 h 967"/>
                <a:gd name="T18" fmla="*/ 484 w 968"/>
                <a:gd name="T19" fmla="*/ 0 h 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8" h="967">
                  <a:moveTo>
                    <a:pt x="484" y="953"/>
                  </a:moveTo>
                  <a:cubicBezTo>
                    <a:pt x="224" y="953"/>
                    <a:pt x="14" y="742"/>
                    <a:pt x="14" y="482"/>
                  </a:cubicBezTo>
                  <a:cubicBezTo>
                    <a:pt x="14" y="223"/>
                    <a:pt x="224" y="12"/>
                    <a:pt x="484" y="12"/>
                  </a:cubicBezTo>
                  <a:cubicBezTo>
                    <a:pt x="744" y="12"/>
                    <a:pt x="954" y="223"/>
                    <a:pt x="954" y="482"/>
                  </a:cubicBezTo>
                  <a:cubicBezTo>
                    <a:pt x="954" y="742"/>
                    <a:pt x="744" y="953"/>
                    <a:pt x="484" y="953"/>
                  </a:cubicBezTo>
                  <a:close/>
                  <a:moveTo>
                    <a:pt x="484" y="0"/>
                  </a:moveTo>
                  <a:cubicBezTo>
                    <a:pt x="217" y="0"/>
                    <a:pt x="0" y="216"/>
                    <a:pt x="0" y="483"/>
                  </a:cubicBezTo>
                  <a:cubicBezTo>
                    <a:pt x="0" y="750"/>
                    <a:pt x="217" y="967"/>
                    <a:pt x="484" y="967"/>
                  </a:cubicBezTo>
                  <a:cubicBezTo>
                    <a:pt x="751" y="967"/>
                    <a:pt x="968" y="750"/>
                    <a:pt x="968" y="483"/>
                  </a:cubicBezTo>
                  <a:cubicBezTo>
                    <a:pt x="968" y="216"/>
                    <a:pt x="751" y="0"/>
                    <a:pt x="48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54"/>
            <p:cNvSpPr/>
            <p:nvPr/>
          </p:nvSpPr>
          <p:spPr bwMode="auto">
            <a:xfrm>
              <a:off x="5008058" y="4552323"/>
              <a:ext cx="65088" cy="60325"/>
            </a:xfrm>
            <a:custGeom>
              <a:avLst/>
              <a:gdLst>
                <a:gd name="T0" fmla="*/ 23 w 35"/>
                <a:gd name="T1" fmla="*/ 3 h 32"/>
                <a:gd name="T2" fmla="*/ 10 w 35"/>
                <a:gd name="T3" fmla="*/ 1 h 32"/>
                <a:gd name="T4" fmla="*/ 2 w 35"/>
                <a:gd name="T5" fmla="*/ 9 h 32"/>
                <a:gd name="T6" fmla="*/ 1 w 35"/>
                <a:gd name="T7" fmla="*/ 20 h 32"/>
                <a:gd name="T8" fmla="*/ 11 w 35"/>
                <a:gd name="T9" fmla="*/ 29 h 32"/>
                <a:gd name="T10" fmla="*/ 25 w 35"/>
                <a:gd name="T11" fmla="*/ 31 h 32"/>
                <a:gd name="T12" fmla="*/ 33 w 35"/>
                <a:gd name="T13" fmla="*/ 23 h 32"/>
                <a:gd name="T14" fmla="*/ 33 w 35"/>
                <a:gd name="T15" fmla="*/ 12 h 32"/>
                <a:gd name="T16" fmla="*/ 23 w 35"/>
                <a:gd name="T17"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32">
                  <a:moveTo>
                    <a:pt x="23" y="3"/>
                  </a:moveTo>
                  <a:cubicBezTo>
                    <a:pt x="18" y="0"/>
                    <a:pt x="13" y="0"/>
                    <a:pt x="10" y="1"/>
                  </a:cubicBezTo>
                  <a:cubicBezTo>
                    <a:pt x="6" y="2"/>
                    <a:pt x="3" y="5"/>
                    <a:pt x="2" y="9"/>
                  </a:cubicBezTo>
                  <a:cubicBezTo>
                    <a:pt x="0" y="13"/>
                    <a:pt x="0" y="17"/>
                    <a:pt x="1" y="20"/>
                  </a:cubicBezTo>
                  <a:cubicBezTo>
                    <a:pt x="3" y="24"/>
                    <a:pt x="6" y="27"/>
                    <a:pt x="11" y="29"/>
                  </a:cubicBezTo>
                  <a:cubicBezTo>
                    <a:pt x="16" y="31"/>
                    <a:pt x="21" y="32"/>
                    <a:pt x="25" y="31"/>
                  </a:cubicBezTo>
                  <a:cubicBezTo>
                    <a:pt x="28" y="29"/>
                    <a:pt x="31" y="27"/>
                    <a:pt x="33" y="23"/>
                  </a:cubicBezTo>
                  <a:cubicBezTo>
                    <a:pt x="35" y="19"/>
                    <a:pt x="35" y="15"/>
                    <a:pt x="33" y="12"/>
                  </a:cubicBezTo>
                  <a:cubicBezTo>
                    <a:pt x="32" y="8"/>
                    <a:pt x="28"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55"/>
            <p:cNvSpPr/>
            <p:nvPr/>
          </p:nvSpPr>
          <p:spPr bwMode="auto">
            <a:xfrm>
              <a:off x="5581145" y="5347661"/>
              <a:ext cx="41275" cy="74613"/>
            </a:xfrm>
            <a:custGeom>
              <a:avLst/>
              <a:gdLst>
                <a:gd name="T0" fmla="*/ 22 w 22"/>
                <a:gd name="T1" fmla="*/ 0 h 40"/>
                <a:gd name="T2" fmla="*/ 22 w 22"/>
                <a:gd name="T3" fmla="*/ 40 h 40"/>
                <a:gd name="T4" fmla="*/ 11 w 22"/>
                <a:gd name="T5" fmla="*/ 40 h 40"/>
                <a:gd name="T6" fmla="*/ 11 w 22"/>
                <a:gd name="T7" fmla="*/ 14 h 40"/>
                <a:gd name="T8" fmla="*/ 6 w 22"/>
                <a:gd name="T9" fmla="*/ 17 h 40"/>
                <a:gd name="T10" fmla="*/ 0 w 22"/>
                <a:gd name="T11" fmla="*/ 19 h 40"/>
                <a:gd name="T12" fmla="*/ 0 w 22"/>
                <a:gd name="T13" fmla="*/ 11 h 40"/>
                <a:gd name="T14" fmla="*/ 8 w 22"/>
                <a:gd name="T15" fmla="*/ 6 h 40"/>
                <a:gd name="T16" fmla="*/ 13 w 22"/>
                <a:gd name="T17" fmla="*/ 0 h 40"/>
                <a:gd name="T18" fmla="*/ 22 w 22"/>
                <a:gd name="T1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40">
                  <a:moveTo>
                    <a:pt x="22" y="0"/>
                  </a:moveTo>
                  <a:cubicBezTo>
                    <a:pt x="22" y="40"/>
                    <a:pt x="22" y="40"/>
                    <a:pt x="22" y="40"/>
                  </a:cubicBezTo>
                  <a:cubicBezTo>
                    <a:pt x="11" y="40"/>
                    <a:pt x="11" y="40"/>
                    <a:pt x="11" y="40"/>
                  </a:cubicBezTo>
                  <a:cubicBezTo>
                    <a:pt x="11" y="14"/>
                    <a:pt x="11" y="14"/>
                    <a:pt x="11" y="14"/>
                  </a:cubicBezTo>
                  <a:cubicBezTo>
                    <a:pt x="9" y="15"/>
                    <a:pt x="8" y="16"/>
                    <a:pt x="6" y="17"/>
                  </a:cubicBezTo>
                  <a:cubicBezTo>
                    <a:pt x="4" y="18"/>
                    <a:pt x="2" y="19"/>
                    <a:pt x="0" y="19"/>
                  </a:cubicBezTo>
                  <a:cubicBezTo>
                    <a:pt x="0" y="11"/>
                    <a:pt x="0" y="11"/>
                    <a:pt x="0" y="11"/>
                  </a:cubicBezTo>
                  <a:cubicBezTo>
                    <a:pt x="4" y="10"/>
                    <a:pt x="6" y="8"/>
                    <a:pt x="8" y="6"/>
                  </a:cubicBezTo>
                  <a:cubicBezTo>
                    <a:pt x="10" y="5"/>
                    <a:pt x="12" y="3"/>
                    <a:pt x="13" y="0"/>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56"/>
            <p:cNvSpPr>
              <a:spLocks noEditPoints="1"/>
            </p:cNvSpPr>
            <p:nvPr/>
          </p:nvSpPr>
          <p:spPr bwMode="auto">
            <a:xfrm>
              <a:off x="5639883" y="5347661"/>
              <a:ext cx="60325" cy="74613"/>
            </a:xfrm>
            <a:custGeom>
              <a:avLst/>
              <a:gdLst>
                <a:gd name="T0" fmla="*/ 21 w 32"/>
                <a:gd name="T1" fmla="*/ 14 h 40"/>
                <a:gd name="T2" fmla="*/ 19 w 32"/>
                <a:gd name="T3" fmla="*/ 9 h 40"/>
                <a:gd name="T4" fmla="*/ 15 w 32"/>
                <a:gd name="T5" fmla="*/ 7 h 40"/>
                <a:gd name="T6" fmla="*/ 12 w 32"/>
                <a:gd name="T7" fmla="*/ 9 h 40"/>
                <a:gd name="T8" fmla="*/ 10 w 32"/>
                <a:gd name="T9" fmla="*/ 13 h 40"/>
                <a:gd name="T10" fmla="*/ 12 w 32"/>
                <a:gd name="T11" fmla="*/ 18 h 40"/>
                <a:gd name="T12" fmla="*/ 15 w 32"/>
                <a:gd name="T13" fmla="*/ 20 h 40"/>
                <a:gd name="T14" fmla="*/ 19 w 32"/>
                <a:gd name="T15" fmla="*/ 18 h 40"/>
                <a:gd name="T16" fmla="*/ 21 w 32"/>
                <a:gd name="T17" fmla="*/ 14 h 40"/>
                <a:gd name="T18" fmla="*/ 1 w 32"/>
                <a:gd name="T19" fmla="*/ 31 h 40"/>
                <a:gd name="T20" fmla="*/ 12 w 32"/>
                <a:gd name="T21" fmla="*/ 30 h 40"/>
                <a:gd name="T22" fmla="*/ 13 w 32"/>
                <a:gd name="T23" fmla="*/ 33 h 40"/>
                <a:gd name="T24" fmla="*/ 15 w 32"/>
                <a:gd name="T25" fmla="*/ 34 h 40"/>
                <a:gd name="T26" fmla="*/ 20 w 32"/>
                <a:gd name="T27" fmla="*/ 31 h 40"/>
                <a:gd name="T28" fmla="*/ 21 w 32"/>
                <a:gd name="T29" fmla="*/ 23 h 40"/>
                <a:gd name="T30" fmla="*/ 17 w 32"/>
                <a:gd name="T31" fmla="*/ 26 h 40"/>
                <a:gd name="T32" fmla="*/ 13 w 32"/>
                <a:gd name="T33" fmla="*/ 27 h 40"/>
                <a:gd name="T34" fmla="*/ 4 w 32"/>
                <a:gd name="T35" fmla="*/ 23 h 40"/>
                <a:gd name="T36" fmla="*/ 0 w 32"/>
                <a:gd name="T37" fmla="*/ 14 h 40"/>
                <a:gd name="T38" fmla="*/ 2 w 32"/>
                <a:gd name="T39" fmla="*/ 7 h 40"/>
                <a:gd name="T40" fmla="*/ 7 w 32"/>
                <a:gd name="T41" fmla="*/ 2 h 40"/>
                <a:gd name="T42" fmla="*/ 15 w 32"/>
                <a:gd name="T43" fmla="*/ 0 h 40"/>
                <a:gd name="T44" fmla="*/ 24 w 32"/>
                <a:gd name="T45" fmla="*/ 2 h 40"/>
                <a:gd name="T46" fmla="*/ 30 w 32"/>
                <a:gd name="T47" fmla="*/ 9 h 40"/>
                <a:gd name="T48" fmla="*/ 32 w 32"/>
                <a:gd name="T49" fmla="*/ 20 h 40"/>
                <a:gd name="T50" fmla="*/ 28 w 32"/>
                <a:gd name="T51" fmla="*/ 35 h 40"/>
                <a:gd name="T52" fmla="*/ 15 w 32"/>
                <a:gd name="T53" fmla="*/ 40 h 40"/>
                <a:gd name="T54" fmla="*/ 8 w 32"/>
                <a:gd name="T55" fmla="*/ 39 h 40"/>
                <a:gd name="T56" fmla="*/ 4 w 32"/>
                <a:gd name="T57" fmla="*/ 36 h 40"/>
                <a:gd name="T58" fmla="*/ 1 w 32"/>
                <a:gd name="T59" fmla="*/ 3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40">
                  <a:moveTo>
                    <a:pt x="21" y="14"/>
                  </a:moveTo>
                  <a:cubicBezTo>
                    <a:pt x="21" y="12"/>
                    <a:pt x="20" y="10"/>
                    <a:pt x="19" y="9"/>
                  </a:cubicBezTo>
                  <a:cubicBezTo>
                    <a:pt x="18" y="8"/>
                    <a:pt x="17" y="7"/>
                    <a:pt x="15" y="7"/>
                  </a:cubicBezTo>
                  <a:cubicBezTo>
                    <a:pt x="14" y="7"/>
                    <a:pt x="13" y="8"/>
                    <a:pt x="12" y="9"/>
                  </a:cubicBezTo>
                  <a:cubicBezTo>
                    <a:pt x="11" y="10"/>
                    <a:pt x="10" y="11"/>
                    <a:pt x="10" y="13"/>
                  </a:cubicBezTo>
                  <a:cubicBezTo>
                    <a:pt x="10" y="16"/>
                    <a:pt x="11" y="17"/>
                    <a:pt x="12" y="18"/>
                  </a:cubicBezTo>
                  <a:cubicBezTo>
                    <a:pt x="13" y="20"/>
                    <a:pt x="14" y="20"/>
                    <a:pt x="15" y="20"/>
                  </a:cubicBezTo>
                  <a:cubicBezTo>
                    <a:pt x="17" y="20"/>
                    <a:pt x="18" y="20"/>
                    <a:pt x="19" y="18"/>
                  </a:cubicBezTo>
                  <a:cubicBezTo>
                    <a:pt x="20" y="17"/>
                    <a:pt x="21" y="16"/>
                    <a:pt x="21" y="14"/>
                  </a:cubicBezTo>
                  <a:close/>
                  <a:moveTo>
                    <a:pt x="1" y="31"/>
                  </a:moveTo>
                  <a:cubicBezTo>
                    <a:pt x="12" y="30"/>
                    <a:pt x="12" y="30"/>
                    <a:pt x="12" y="30"/>
                  </a:cubicBezTo>
                  <a:cubicBezTo>
                    <a:pt x="12" y="31"/>
                    <a:pt x="12" y="32"/>
                    <a:pt x="13" y="33"/>
                  </a:cubicBezTo>
                  <a:cubicBezTo>
                    <a:pt x="14" y="33"/>
                    <a:pt x="15" y="34"/>
                    <a:pt x="15" y="34"/>
                  </a:cubicBezTo>
                  <a:cubicBezTo>
                    <a:pt x="17" y="34"/>
                    <a:pt x="19" y="33"/>
                    <a:pt x="20" y="31"/>
                  </a:cubicBezTo>
                  <a:cubicBezTo>
                    <a:pt x="20" y="30"/>
                    <a:pt x="21" y="27"/>
                    <a:pt x="21" y="23"/>
                  </a:cubicBezTo>
                  <a:cubicBezTo>
                    <a:pt x="20" y="24"/>
                    <a:pt x="19" y="25"/>
                    <a:pt x="17" y="26"/>
                  </a:cubicBezTo>
                  <a:cubicBezTo>
                    <a:pt x="16" y="26"/>
                    <a:pt x="14" y="27"/>
                    <a:pt x="13" y="27"/>
                  </a:cubicBezTo>
                  <a:cubicBezTo>
                    <a:pt x="9" y="27"/>
                    <a:pt x="6" y="26"/>
                    <a:pt x="4" y="23"/>
                  </a:cubicBezTo>
                  <a:cubicBezTo>
                    <a:pt x="1" y="21"/>
                    <a:pt x="0" y="17"/>
                    <a:pt x="0" y="14"/>
                  </a:cubicBezTo>
                  <a:cubicBezTo>
                    <a:pt x="0" y="11"/>
                    <a:pt x="1" y="9"/>
                    <a:pt x="2" y="7"/>
                  </a:cubicBezTo>
                  <a:cubicBezTo>
                    <a:pt x="3" y="5"/>
                    <a:pt x="5" y="3"/>
                    <a:pt x="7" y="2"/>
                  </a:cubicBezTo>
                  <a:cubicBezTo>
                    <a:pt x="9" y="1"/>
                    <a:pt x="12" y="0"/>
                    <a:pt x="15" y="0"/>
                  </a:cubicBezTo>
                  <a:cubicBezTo>
                    <a:pt x="19" y="0"/>
                    <a:pt x="22" y="1"/>
                    <a:pt x="24" y="2"/>
                  </a:cubicBezTo>
                  <a:cubicBezTo>
                    <a:pt x="27" y="4"/>
                    <a:pt x="29" y="6"/>
                    <a:pt x="30" y="9"/>
                  </a:cubicBezTo>
                  <a:cubicBezTo>
                    <a:pt x="31" y="11"/>
                    <a:pt x="32" y="15"/>
                    <a:pt x="32" y="20"/>
                  </a:cubicBezTo>
                  <a:cubicBezTo>
                    <a:pt x="32" y="27"/>
                    <a:pt x="31" y="32"/>
                    <a:pt x="28" y="35"/>
                  </a:cubicBezTo>
                  <a:cubicBezTo>
                    <a:pt x="25" y="39"/>
                    <a:pt x="21" y="40"/>
                    <a:pt x="15" y="40"/>
                  </a:cubicBezTo>
                  <a:cubicBezTo>
                    <a:pt x="12" y="40"/>
                    <a:pt x="10" y="40"/>
                    <a:pt x="8" y="39"/>
                  </a:cubicBezTo>
                  <a:cubicBezTo>
                    <a:pt x="6" y="38"/>
                    <a:pt x="5" y="37"/>
                    <a:pt x="4" y="36"/>
                  </a:cubicBezTo>
                  <a:cubicBezTo>
                    <a:pt x="2" y="35"/>
                    <a:pt x="2" y="33"/>
                    <a:pt x="1"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57"/>
            <p:cNvSpPr/>
            <p:nvPr/>
          </p:nvSpPr>
          <p:spPr bwMode="auto">
            <a:xfrm>
              <a:off x="5704970" y="5349248"/>
              <a:ext cx="60325" cy="73025"/>
            </a:xfrm>
            <a:custGeom>
              <a:avLst/>
              <a:gdLst>
                <a:gd name="T0" fmla="*/ 4 w 32"/>
                <a:gd name="T1" fmla="*/ 0 h 39"/>
                <a:gd name="T2" fmla="*/ 30 w 32"/>
                <a:gd name="T3" fmla="*/ 0 h 39"/>
                <a:gd name="T4" fmla="*/ 30 w 32"/>
                <a:gd name="T5" fmla="*/ 8 h 39"/>
                <a:gd name="T6" fmla="*/ 13 w 32"/>
                <a:gd name="T7" fmla="*/ 8 h 39"/>
                <a:gd name="T8" fmla="*/ 12 w 32"/>
                <a:gd name="T9" fmla="*/ 14 h 39"/>
                <a:gd name="T10" fmla="*/ 15 w 32"/>
                <a:gd name="T11" fmla="*/ 13 h 39"/>
                <a:gd name="T12" fmla="*/ 19 w 32"/>
                <a:gd name="T13" fmla="*/ 13 h 39"/>
                <a:gd name="T14" fmla="*/ 28 w 32"/>
                <a:gd name="T15" fmla="*/ 16 h 39"/>
                <a:gd name="T16" fmla="*/ 32 w 32"/>
                <a:gd name="T17" fmla="*/ 25 h 39"/>
                <a:gd name="T18" fmla="*/ 30 w 32"/>
                <a:gd name="T19" fmla="*/ 32 h 39"/>
                <a:gd name="T20" fmla="*/ 25 w 32"/>
                <a:gd name="T21" fmla="*/ 37 h 39"/>
                <a:gd name="T22" fmla="*/ 16 w 32"/>
                <a:gd name="T23" fmla="*/ 39 h 39"/>
                <a:gd name="T24" fmla="*/ 9 w 32"/>
                <a:gd name="T25" fmla="*/ 39 h 39"/>
                <a:gd name="T26" fmla="*/ 5 w 32"/>
                <a:gd name="T27" fmla="*/ 36 h 39"/>
                <a:gd name="T28" fmla="*/ 2 w 32"/>
                <a:gd name="T29" fmla="*/ 33 h 39"/>
                <a:gd name="T30" fmla="*/ 0 w 32"/>
                <a:gd name="T31" fmla="*/ 29 h 39"/>
                <a:gd name="T32" fmla="*/ 11 w 32"/>
                <a:gd name="T33" fmla="*/ 27 h 39"/>
                <a:gd name="T34" fmla="*/ 12 w 32"/>
                <a:gd name="T35" fmla="*/ 31 h 39"/>
                <a:gd name="T36" fmla="*/ 16 w 32"/>
                <a:gd name="T37" fmla="*/ 33 h 39"/>
                <a:gd name="T38" fmla="*/ 20 w 32"/>
                <a:gd name="T39" fmla="*/ 31 h 39"/>
                <a:gd name="T40" fmla="*/ 21 w 32"/>
                <a:gd name="T41" fmla="*/ 26 h 39"/>
                <a:gd name="T42" fmla="*/ 20 w 32"/>
                <a:gd name="T43" fmla="*/ 21 h 39"/>
                <a:gd name="T44" fmla="*/ 16 w 32"/>
                <a:gd name="T45" fmla="*/ 19 h 39"/>
                <a:gd name="T46" fmla="*/ 13 w 32"/>
                <a:gd name="T47" fmla="*/ 20 h 39"/>
                <a:gd name="T48" fmla="*/ 10 w 32"/>
                <a:gd name="T49" fmla="*/ 22 h 39"/>
                <a:gd name="T50" fmla="*/ 1 w 32"/>
                <a:gd name="T51" fmla="*/ 21 h 39"/>
                <a:gd name="T52" fmla="*/ 4 w 32"/>
                <a:gd name="T5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9">
                  <a:moveTo>
                    <a:pt x="4" y="0"/>
                  </a:moveTo>
                  <a:cubicBezTo>
                    <a:pt x="30" y="0"/>
                    <a:pt x="30" y="0"/>
                    <a:pt x="30" y="0"/>
                  </a:cubicBezTo>
                  <a:cubicBezTo>
                    <a:pt x="30" y="8"/>
                    <a:pt x="30" y="8"/>
                    <a:pt x="30" y="8"/>
                  </a:cubicBezTo>
                  <a:cubicBezTo>
                    <a:pt x="13" y="8"/>
                    <a:pt x="13" y="8"/>
                    <a:pt x="13" y="8"/>
                  </a:cubicBezTo>
                  <a:cubicBezTo>
                    <a:pt x="12" y="14"/>
                    <a:pt x="12" y="14"/>
                    <a:pt x="12" y="14"/>
                  </a:cubicBezTo>
                  <a:cubicBezTo>
                    <a:pt x="13" y="14"/>
                    <a:pt x="14" y="13"/>
                    <a:pt x="15" y="13"/>
                  </a:cubicBezTo>
                  <a:cubicBezTo>
                    <a:pt x="17" y="13"/>
                    <a:pt x="18" y="13"/>
                    <a:pt x="19" y="13"/>
                  </a:cubicBezTo>
                  <a:cubicBezTo>
                    <a:pt x="23" y="13"/>
                    <a:pt x="26" y="14"/>
                    <a:pt x="28" y="16"/>
                  </a:cubicBezTo>
                  <a:cubicBezTo>
                    <a:pt x="31" y="18"/>
                    <a:pt x="32" y="21"/>
                    <a:pt x="32" y="25"/>
                  </a:cubicBezTo>
                  <a:cubicBezTo>
                    <a:pt x="32" y="27"/>
                    <a:pt x="31" y="30"/>
                    <a:pt x="30" y="32"/>
                  </a:cubicBezTo>
                  <a:cubicBezTo>
                    <a:pt x="29" y="35"/>
                    <a:pt x="27" y="36"/>
                    <a:pt x="25" y="37"/>
                  </a:cubicBezTo>
                  <a:cubicBezTo>
                    <a:pt x="22" y="39"/>
                    <a:pt x="20" y="39"/>
                    <a:pt x="16" y="39"/>
                  </a:cubicBezTo>
                  <a:cubicBezTo>
                    <a:pt x="13" y="39"/>
                    <a:pt x="11" y="39"/>
                    <a:pt x="9" y="39"/>
                  </a:cubicBezTo>
                  <a:cubicBezTo>
                    <a:pt x="8" y="38"/>
                    <a:pt x="6" y="37"/>
                    <a:pt x="5" y="36"/>
                  </a:cubicBezTo>
                  <a:cubicBezTo>
                    <a:pt x="4" y="35"/>
                    <a:pt x="2" y="34"/>
                    <a:pt x="2" y="33"/>
                  </a:cubicBezTo>
                  <a:cubicBezTo>
                    <a:pt x="1" y="32"/>
                    <a:pt x="0" y="30"/>
                    <a:pt x="0" y="29"/>
                  </a:cubicBezTo>
                  <a:cubicBezTo>
                    <a:pt x="11" y="27"/>
                    <a:pt x="11" y="27"/>
                    <a:pt x="11" y="27"/>
                  </a:cubicBezTo>
                  <a:cubicBezTo>
                    <a:pt x="11" y="29"/>
                    <a:pt x="11" y="30"/>
                    <a:pt x="12" y="31"/>
                  </a:cubicBezTo>
                  <a:cubicBezTo>
                    <a:pt x="13" y="32"/>
                    <a:pt x="15" y="33"/>
                    <a:pt x="16" y="33"/>
                  </a:cubicBezTo>
                  <a:cubicBezTo>
                    <a:pt x="17" y="33"/>
                    <a:pt x="19" y="32"/>
                    <a:pt x="20" y="31"/>
                  </a:cubicBezTo>
                  <a:cubicBezTo>
                    <a:pt x="21" y="30"/>
                    <a:pt x="21" y="28"/>
                    <a:pt x="21" y="26"/>
                  </a:cubicBezTo>
                  <a:cubicBezTo>
                    <a:pt x="21" y="24"/>
                    <a:pt x="21" y="22"/>
                    <a:pt x="20" y="21"/>
                  </a:cubicBezTo>
                  <a:cubicBezTo>
                    <a:pt x="19" y="20"/>
                    <a:pt x="17" y="19"/>
                    <a:pt x="16" y="19"/>
                  </a:cubicBezTo>
                  <a:cubicBezTo>
                    <a:pt x="15" y="19"/>
                    <a:pt x="14" y="20"/>
                    <a:pt x="13" y="20"/>
                  </a:cubicBezTo>
                  <a:cubicBezTo>
                    <a:pt x="12" y="20"/>
                    <a:pt x="11" y="21"/>
                    <a:pt x="10" y="22"/>
                  </a:cubicBezTo>
                  <a:cubicBezTo>
                    <a:pt x="1" y="21"/>
                    <a:pt x="1" y="21"/>
                    <a:pt x="1" y="21"/>
                  </a:cubicBez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58"/>
            <p:cNvSpPr/>
            <p:nvPr/>
          </p:nvSpPr>
          <p:spPr bwMode="auto">
            <a:xfrm>
              <a:off x="5770058" y="5347661"/>
              <a:ext cx="57150" cy="74613"/>
            </a:xfrm>
            <a:custGeom>
              <a:avLst/>
              <a:gdLst>
                <a:gd name="T0" fmla="*/ 10 w 31"/>
                <a:gd name="T1" fmla="*/ 12 h 40"/>
                <a:gd name="T2" fmla="*/ 0 w 31"/>
                <a:gd name="T3" fmla="*/ 10 h 40"/>
                <a:gd name="T4" fmla="*/ 5 w 31"/>
                <a:gd name="T5" fmla="*/ 3 h 40"/>
                <a:gd name="T6" fmla="*/ 15 w 31"/>
                <a:gd name="T7" fmla="*/ 0 h 40"/>
                <a:gd name="T8" fmla="*/ 26 w 31"/>
                <a:gd name="T9" fmla="*/ 3 h 40"/>
                <a:gd name="T10" fmla="*/ 30 w 31"/>
                <a:gd name="T11" fmla="*/ 10 h 40"/>
                <a:gd name="T12" fmla="*/ 28 w 31"/>
                <a:gd name="T13" fmla="*/ 15 h 40"/>
                <a:gd name="T14" fmla="*/ 24 w 31"/>
                <a:gd name="T15" fmla="*/ 18 h 40"/>
                <a:gd name="T16" fmla="*/ 27 w 31"/>
                <a:gd name="T17" fmla="*/ 20 h 40"/>
                <a:gd name="T18" fmla="*/ 30 w 31"/>
                <a:gd name="T19" fmla="*/ 23 h 40"/>
                <a:gd name="T20" fmla="*/ 31 w 31"/>
                <a:gd name="T21" fmla="*/ 27 h 40"/>
                <a:gd name="T22" fmla="*/ 30 w 31"/>
                <a:gd name="T23" fmla="*/ 34 h 40"/>
                <a:gd name="T24" fmla="*/ 25 w 31"/>
                <a:gd name="T25" fmla="*/ 39 h 40"/>
                <a:gd name="T26" fmla="*/ 16 w 31"/>
                <a:gd name="T27" fmla="*/ 40 h 40"/>
                <a:gd name="T28" fmla="*/ 8 w 31"/>
                <a:gd name="T29" fmla="*/ 39 h 40"/>
                <a:gd name="T30" fmla="*/ 3 w 31"/>
                <a:gd name="T31" fmla="*/ 35 h 40"/>
                <a:gd name="T32" fmla="*/ 0 w 31"/>
                <a:gd name="T33" fmla="*/ 29 h 40"/>
                <a:gd name="T34" fmla="*/ 10 w 31"/>
                <a:gd name="T35" fmla="*/ 28 h 40"/>
                <a:gd name="T36" fmla="*/ 12 w 31"/>
                <a:gd name="T37" fmla="*/ 32 h 40"/>
                <a:gd name="T38" fmla="*/ 16 w 31"/>
                <a:gd name="T39" fmla="*/ 34 h 40"/>
                <a:gd name="T40" fmla="*/ 19 w 31"/>
                <a:gd name="T41" fmla="*/ 32 h 40"/>
                <a:gd name="T42" fmla="*/ 21 w 31"/>
                <a:gd name="T43" fmla="*/ 28 h 40"/>
                <a:gd name="T44" fmla="*/ 19 w 31"/>
                <a:gd name="T45" fmla="*/ 24 h 40"/>
                <a:gd name="T46" fmla="*/ 15 w 31"/>
                <a:gd name="T47" fmla="*/ 22 h 40"/>
                <a:gd name="T48" fmla="*/ 12 w 31"/>
                <a:gd name="T49" fmla="*/ 23 h 40"/>
                <a:gd name="T50" fmla="*/ 13 w 31"/>
                <a:gd name="T51" fmla="*/ 15 h 40"/>
                <a:gd name="T52" fmla="*/ 14 w 31"/>
                <a:gd name="T53" fmla="*/ 15 h 40"/>
                <a:gd name="T54" fmla="*/ 17 w 31"/>
                <a:gd name="T55" fmla="*/ 14 h 40"/>
                <a:gd name="T56" fmla="*/ 19 w 31"/>
                <a:gd name="T57" fmla="*/ 11 h 40"/>
                <a:gd name="T58" fmla="*/ 18 w 31"/>
                <a:gd name="T59" fmla="*/ 8 h 40"/>
                <a:gd name="T60" fmla="*/ 15 w 31"/>
                <a:gd name="T61" fmla="*/ 7 h 40"/>
                <a:gd name="T62" fmla="*/ 12 w 31"/>
                <a:gd name="T63" fmla="*/ 8 h 40"/>
                <a:gd name="T64" fmla="*/ 10 w 31"/>
                <a:gd name="T65"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40">
                  <a:moveTo>
                    <a:pt x="10" y="12"/>
                  </a:moveTo>
                  <a:cubicBezTo>
                    <a:pt x="0" y="10"/>
                    <a:pt x="0" y="10"/>
                    <a:pt x="0" y="10"/>
                  </a:cubicBezTo>
                  <a:cubicBezTo>
                    <a:pt x="1" y="7"/>
                    <a:pt x="3" y="5"/>
                    <a:pt x="5" y="3"/>
                  </a:cubicBezTo>
                  <a:cubicBezTo>
                    <a:pt x="7" y="1"/>
                    <a:pt x="11" y="0"/>
                    <a:pt x="15" y="0"/>
                  </a:cubicBezTo>
                  <a:cubicBezTo>
                    <a:pt x="20" y="0"/>
                    <a:pt x="24" y="1"/>
                    <a:pt x="26" y="3"/>
                  </a:cubicBezTo>
                  <a:cubicBezTo>
                    <a:pt x="28" y="5"/>
                    <a:pt x="30" y="7"/>
                    <a:pt x="30" y="10"/>
                  </a:cubicBezTo>
                  <a:cubicBezTo>
                    <a:pt x="30" y="12"/>
                    <a:pt x="29" y="13"/>
                    <a:pt x="28" y="15"/>
                  </a:cubicBezTo>
                  <a:cubicBezTo>
                    <a:pt x="27" y="16"/>
                    <a:pt x="26" y="17"/>
                    <a:pt x="24" y="18"/>
                  </a:cubicBezTo>
                  <a:cubicBezTo>
                    <a:pt x="25" y="19"/>
                    <a:pt x="27" y="19"/>
                    <a:pt x="27" y="20"/>
                  </a:cubicBezTo>
                  <a:cubicBezTo>
                    <a:pt x="29" y="20"/>
                    <a:pt x="30" y="21"/>
                    <a:pt x="30" y="23"/>
                  </a:cubicBezTo>
                  <a:cubicBezTo>
                    <a:pt x="31" y="24"/>
                    <a:pt x="31" y="26"/>
                    <a:pt x="31" y="27"/>
                  </a:cubicBezTo>
                  <a:cubicBezTo>
                    <a:pt x="31" y="30"/>
                    <a:pt x="31" y="32"/>
                    <a:pt x="30" y="34"/>
                  </a:cubicBezTo>
                  <a:cubicBezTo>
                    <a:pt x="29" y="36"/>
                    <a:pt x="27" y="38"/>
                    <a:pt x="25" y="39"/>
                  </a:cubicBezTo>
                  <a:cubicBezTo>
                    <a:pt x="22" y="40"/>
                    <a:pt x="19" y="40"/>
                    <a:pt x="16" y="40"/>
                  </a:cubicBezTo>
                  <a:cubicBezTo>
                    <a:pt x="12" y="40"/>
                    <a:pt x="10" y="40"/>
                    <a:pt x="8" y="39"/>
                  </a:cubicBezTo>
                  <a:cubicBezTo>
                    <a:pt x="6" y="38"/>
                    <a:pt x="4" y="37"/>
                    <a:pt x="3" y="35"/>
                  </a:cubicBezTo>
                  <a:cubicBezTo>
                    <a:pt x="1" y="34"/>
                    <a:pt x="0" y="32"/>
                    <a:pt x="0" y="29"/>
                  </a:cubicBezTo>
                  <a:cubicBezTo>
                    <a:pt x="10" y="28"/>
                    <a:pt x="10" y="28"/>
                    <a:pt x="10" y="28"/>
                  </a:cubicBezTo>
                  <a:cubicBezTo>
                    <a:pt x="11" y="30"/>
                    <a:pt x="11" y="32"/>
                    <a:pt x="12" y="32"/>
                  </a:cubicBezTo>
                  <a:cubicBezTo>
                    <a:pt x="13" y="33"/>
                    <a:pt x="14" y="34"/>
                    <a:pt x="16" y="34"/>
                  </a:cubicBezTo>
                  <a:cubicBezTo>
                    <a:pt x="17" y="34"/>
                    <a:pt x="18" y="33"/>
                    <a:pt x="19" y="32"/>
                  </a:cubicBezTo>
                  <a:cubicBezTo>
                    <a:pt x="20" y="31"/>
                    <a:pt x="21" y="30"/>
                    <a:pt x="21" y="28"/>
                  </a:cubicBezTo>
                  <a:cubicBezTo>
                    <a:pt x="21" y="26"/>
                    <a:pt x="20" y="25"/>
                    <a:pt x="19" y="24"/>
                  </a:cubicBezTo>
                  <a:cubicBezTo>
                    <a:pt x="18" y="23"/>
                    <a:pt x="17" y="22"/>
                    <a:pt x="15" y="22"/>
                  </a:cubicBezTo>
                  <a:cubicBezTo>
                    <a:pt x="15" y="22"/>
                    <a:pt x="14" y="23"/>
                    <a:pt x="12" y="23"/>
                  </a:cubicBezTo>
                  <a:cubicBezTo>
                    <a:pt x="13" y="15"/>
                    <a:pt x="13" y="15"/>
                    <a:pt x="13" y="15"/>
                  </a:cubicBezTo>
                  <a:cubicBezTo>
                    <a:pt x="13" y="15"/>
                    <a:pt x="14" y="15"/>
                    <a:pt x="14" y="15"/>
                  </a:cubicBezTo>
                  <a:cubicBezTo>
                    <a:pt x="15" y="15"/>
                    <a:pt x="17" y="15"/>
                    <a:pt x="17" y="14"/>
                  </a:cubicBezTo>
                  <a:cubicBezTo>
                    <a:pt x="18" y="13"/>
                    <a:pt x="19" y="12"/>
                    <a:pt x="19" y="11"/>
                  </a:cubicBezTo>
                  <a:cubicBezTo>
                    <a:pt x="19" y="10"/>
                    <a:pt x="18" y="9"/>
                    <a:pt x="18" y="8"/>
                  </a:cubicBezTo>
                  <a:cubicBezTo>
                    <a:pt x="17" y="7"/>
                    <a:pt x="16" y="7"/>
                    <a:pt x="15" y="7"/>
                  </a:cubicBezTo>
                  <a:cubicBezTo>
                    <a:pt x="14" y="7"/>
                    <a:pt x="13" y="7"/>
                    <a:pt x="12" y="8"/>
                  </a:cubicBezTo>
                  <a:cubicBezTo>
                    <a:pt x="11" y="9"/>
                    <a:pt x="11" y="10"/>
                    <a:pt x="10"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59"/>
            <p:cNvSpPr/>
            <p:nvPr/>
          </p:nvSpPr>
          <p:spPr bwMode="auto">
            <a:xfrm>
              <a:off x="5277933" y="5415923"/>
              <a:ext cx="17463" cy="9525"/>
            </a:xfrm>
            <a:custGeom>
              <a:avLst/>
              <a:gdLst>
                <a:gd name="T0" fmla="*/ 0 w 11"/>
                <a:gd name="T1" fmla="*/ 6 h 6"/>
                <a:gd name="T2" fmla="*/ 5 w 11"/>
                <a:gd name="T3" fmla="*/ 5 h 6"/>
                <a:gd name="T4" fmla="*/ 11 w 11"/>
                <a:gd name="T5" fmla="*/ 2 h 6"/>
                <a:gd name="T6" fmla="*/ 8 w 11"/>
                <a:gd name="T7" fmla="*/ 1 h 6"/>
                <a:gd name="T8" fmla="*/ 4 w 11"/>
                <a:gd name="T9" fmla="*/ 0 h 6"/>
                <a:gd name="T10" fmla="*/ 0 w 11"/>
                <a:gd name="T11" fmla="*/ 6 h 6"/>
              </a:gdLst>
              <a:ahLst/>
              <a:cxnLst>
                <a:cxn ang="0">
                  <a:pos x="T0" y="T1"/>
                </a:cxn>
                <a:cxn ang="0">
                  <a:pos x="T2" y="T3"/>
                </a:cxn>
                <a:cxn ang="0">
                  <a:pos x="T4" y="T5"/>
                </a:cxn>
                <a:cxn ang="0">
                  <a:pos x="T6" y="T7"/>
                </a:cxn>
                <a:cxn ang="0">
                  <a:pos x="T8" y="T9"/>
                </a:cxn>
                <a:cxn ang="0">
                  <a:pos x="T10" y="T11"/>
                </a:cxn>
              </a:cxnLst>
              <a:rect l="0" t="0" r="r" b="b"/>
              <a:pathLst>
                <a:path w="11" h="6">
                  <a:moveTo>
                    <a:pt x="0" y="6"/>
                  </a:moveTo>
                  <a:lnTo>
                    <a:pt x="5" y="5"/>
                  </a:lnTo>
                  <a:lnTo>
                    <a:pt x="11" y="2"/>
                  </a:lnTo>
                  <a:lnTo>
                    <a:pt x="8" y="1"/>
                  </a:lnTo>
                  <a:lnTo>
                    <a:pt x="4" y="0"/>
                  </a:ln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60"/>
            <p:cNvSpPr/>
            <p:nvPr/>
          </p:nvSpPr>
          <p:spPr bwMode="auto">
            <a:xfrm>
              <a:off x="5377945" y="4187198"/>
              <a:ext cx="44450" cy="34925"/>
            </a:xfrm>
            <a:custGeom>
              <a:avLst/>
              <a:gdLst>
                <a:gd name="T0" fmla="*/ 22 w 24"/>
                <a:gd name="T1" fmla="*/ 11 h 19"/>
                <a:gd name="T2" fmla="*/ 24 w 24"/>
                <a:gd name="T3" fmla="*/ 8 h 19"/>
                <a:gd name="T4" fmla="*/ 24 w 24"/>
                <a:gd name="T5" fmla="*/ 4 h 19"/>
                <a:gd name="T6" fmla="*/ 21 w 24"/>
                <a:gd name="T7" fmla="*/ 0 h 19"/>
                <a:gd name="T8" fmla="*/ 16 w 24"/>
                <a:gd name="T9" fmla="*/ 0 h 19"/>
                <a:gd name="T10" fmla="*/ 8 w 24"/>
                <a:gd name="T11" fmla="*/ 4 h 19"/>
                <a:gd name="T12" fmla="*/ 0 w 24"/>
                <a:gd name="T13" fmla="*/ 7 h 19"/>
                <a:gd name="T14" fmla="*/ 5 w 24"/>
                <a:gd name="T15" fmla="*/ 19 h 19"/>
                <a:gd name="T16" fmla="*/ 13 w 24"/>
                <a:gd name="T17" fmla="*/ 16 h 19"/>
                <a:gd name="T18" fmla="*/ 22 w 24"/>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9">
                  <a:moveTo>
                    <a:pt x="22" y="11"/>
                  </a:moveTo>
                  <a:cubicBezTo>
                    <a:pt x="23" y="10"/>
                    <a:pt x="24" y="9"/>
                    <a:pt x="24" y="8"/>
                  </a:cubicBezTo>
                  <a:cubicBezTo>
                    <a:pt x="24" y="6"/>
                    <a:pt x="24" y="5"/>
                    <a:pt x="24" y="4"/>
                  </a:cubicBezTo>
                  <a:cubicBezTo>
                    <a:pt x="23" y="2"/>
                    <a:pt x="22" y="1"/>
                    <a:pt x="21" y="0"/>
                  </a:cubicBezTo>
                  <a:cubicBezTo>
                    <a:pt x="19" y="0"/>
                    <a:pt x="18" y="0"/>
                    <a:pt x="16" y="0"/>
                  </a:cubicBezTo>
                  <a:cubicBezTo>
                    <a:pt x="15" y="1"/>
                    <a:pt x="12" y="2"/>
                    <a:pt x="8" y="4"/>
                  </a:cubicBezTo>
                  <a:cubicBezTo>
                    <a:pt x="0" y="7"/>
                    <a:pt x="0" y="7"/>
                    <a:pt x="0" y="7"/>
                  </a:cubicBezTo>
                  <a:cubicBezTo>
                    <a:pt x="5" y="19"/>
                    <a:pt x="5" y="19"/>
                    <a:pt x="5" y="19"/>
                  </a:cubicBezTo>
                  <a:cubicBezTo>
                    <a:pt x="13" y="16"/>
                    <a:pt x="13" y="16"/>
                    <a:pt x="13" y="16"/>
                  </a:cubicBezTo>
                  <a:cubicBezTo>
                    <a:pt x="18" y="13"/>
                    <a:pt x="21" y="12"/>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61"/>
            <p:cNvSpPr/>
            <p:nvPr/>
          </p:nvSpPr>
          <p:spPr bwMode="auto">
            <a:xfrm>
              <a:off x="6297108" y="4461836"/>
              <a:ext cx="36513" cy="46038"/>
            </a:xfrm>
            <a:custGeom>
              <a:avLst/>
              <a:gdLst>
                <a:gd name="T0" fmla="*/ 10 w 20"/>
                <a:gd name="T1" fmla="*/ 23 h 25"/>
                <a:gd name="T2" fmla="*/ 13 w 20"/>
                <a:gd name="T3" fmla="*/ 25 h 25"/>
                <a:gd name="T4" fmla="*/ 17 w 20"/>
                <a:gd name="T5" fmla="*/ 24 h 25"/>
                <a:gd name="T6" fmla="*/ 20 w 20"/>
                <a:gd name="T7" fmla="*/ 20 h 25"/>
                <a:gd name="T8" fmla="*/ 20 w 20"/>
                <a:gd name="T9" fmla="*/ 15 h 25"/>
                <a:gd name="T10" fmla="*/ 15 w 20"/>
                <a:gd name="T11" fmla="*/ 8 h 25"/>
                <a:gd name="T12" fmla="*/ 11 w 20"/>
                <a:gd name="T13" fmla="*/ 0 h 25"/>
                <a:gd name="T14" fmla="*/ 0 w 20"/>
                <a:gd name="T15" fmla="*/ 7 h 25"/>
                <a:gd name="T16" fmla="*/ 4 w 20"/>
                <a:gd name="T17" fmla="*/ 14 h 25"/>
                <a:gd name="T18" fmla="*/ 10 w 20"/>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5">
                  <a:moveTo>
                    <a:pt x="10" y="23"/>
                  </a:moveTo>
                  <a:cubicBezTo>
                    <a:pt x="11" y="24"/>
                    <a:pt x="12" y="24"/>
                    <a:pt x="13" y="25"/>
                  </a:cubicBezTo>
                  <a:cubicBezTo>
                    <a:pt x="15" y="25"/>
                    <a:pt x="16" y="24"/>
                    <a:pt x="17" y="24"/>
                  </a:cubicBezTo>
                  <a:cubicBezTo>
                    <a:pt x="19" y="23"/>
                    <a:pt x="20" y="21"/>
                    <a:pt x="20" y="20"/>
                  </a:cubicBezTo>
                  <a:cubicBezTo>
                    <a:pt x="20" y="19"/>
                    <a:pt x="20" y="17"/>
                    <a:pt x="20" y="15"/>
                  </a:cubicBezTo>
                  <a:cubicBezTo>
                    <a:pt x="19" y="14"/>
                    <a:pt x="18" y="12"/>
                    <a:pt x="15" y="8"/>
                  </a:cubicBezTo>
                  <a:cubicBezTo>
                    <a:pt x="11" y="0"/>
                    <a:pt x="11" y="0"/>
                    <a:pt x="11" y="0"/>
                  </a:cubicBezTo>
                  <a:cubicBezTo>
                    <a:pt x="0" y="7"/>
                    <a:pt x="0" y="7"/>
                    <a:pt x="0" y="7"/>
                  </a:cubicBezTo>
                  <a:cubicBezTo>
                    <a:pt x="4" y="14"/>
                    <a:pt x="4" y="14"/>
                    <a:pt x="4" y="14"/>
                  </a:cubicBezTo>
                  <a:cubicBezTo>
                    <a:pt x="7" y="19"/>
                    <a:pt x="9" y="22"/>
                    <a:pt x="1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62"/>
            <p:cNvSpPr/>
            <p:nvPr/>
          </p:nvSpPr>
          <p:spPr bwMode="auto">
            <a:xfrm>
              <a:off x="4995358" y="4642811"/>
              <a:ext cx="39688" cy="28575"/>
            </a:xfrm>
            <a:custGeom>
              <a:avLst/>
              <a:gdLst>
                <a:gd name="T0" fmla="*/ 25 w 25"/>
                <a:gd name="T1" fmla="*/ 0 h 18"/>
                <a:gd name="T2" fmla="*/ 0 w 25"/>
                <a:gd name="T3" fmla="*/ 3 h 18"/>
                <a:gd name="T4" fmla="*/ 19 w 25"/>
                <a:gd name="T5" fmla="*/ 18 h 18"/>
                <a:gd name="T6" fmla="*/ 25 w 25"/>
                <a:gd name="T7" fmla="*/ 0 h 18"/>
              </a:gdLst>
              <a:ahLst/>
              <a:cxnLst>
                <a:cxn ang="0">
                  <a:pos x="T0" y="T1"/>
                </a:cxn>
                <a:cxn ang="0">
                  <a:pos x="T2" y="T3"/>
                </a:cxn>
                <a:cxn ang="0">
                  <a:pos x="T4" y="T5"/>
                </a:cxn>
                <a:cxn ang="0">
                  <a:pos x="T6" y="T7"/>
                </a:cxn>
              </a:cxnLst>
              <a:rect l="0" t="0" r="r" b="b"/>
              <a:pathLst>
                <a:path w="25" h="18">
                  <a:moveTo>
                    <a:pt x="25" y="0"/>
                  </a:moveTo>
                  <a:lnTo>
                    <a:pt x="0" y="3"/>
                  </a:lnTo>
                  <a:lnTo>
                    <a:pt x="19" y="18"/>
                  </a:lnTo>
                  <a:lnTo>
                    <a:pt x="2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63"/>
            <p:cNvSpPr/>
            <p:nvPr/>
          </p:nvSpPr>
          <p:spPr bwMode="auto">
            <a:xfrm>
              <a:off x="5774820" y="5565148"/>
              <a:ext cx="38100" cy="61913"/>
            </a:xfrm>
            <a:custGeom>
              <a:avLst/>
              <a:gdLst>
                <a:gd name="T0" fmla="*/ 7 w 21"/>
                <a:gd name="T1" fmla="*/ 10 h 33"/>
                <a:gd name="T2" fmla="*/ 4 w 21"/>
                <a:gd name="T3" fmla="*/ 12 h 33"/>
                <a:gd name="T4" fmla="*/ 2 w 21"/>
                <a:gd name="T5" fmla="*/ 15 h 33"/>
                <a:gd name="T6" fmla="*/ 1 w 21"/>
                <a:gd name="T7" fmla="*/ 19 h 33"/>
                <a:gd name="T8" fmla="*/ 0 w 21"/>
                <a:gd name="T9" fmla="*/ 23 h 33"/>
                <a:gd name="T10" fmla="*/ 2 w 21"/>
                <a:gd name="T11" fmla="*/ 26 h 33"/>
                <a:gd name="T12" fmla="*/ 9 w 21"/>
                <a:gd name="T13" fmla="*/ 32 h 33"/>
                <a:gd name="T14" fmla="*/ 12 w 21"/>
                <a:gd name="T15" fmla="*/ 33 h 33"/>
                <a:gd name="T16" fmla="*/ 15 w 21"/>
                <a:gd name="T17" fmla="*/ 33 h 33"/>
                <a:gd name="T18" fmla="*/ 19 w 21"/>
                <a:gd name="T19" fmla="*/ 29 h 33"/>
                <a:gd name="T20" fmla="*/ 20 w 21"/>
                <a:gd name="T21" fmla="*/ 26 h 33"/>
                <a:gd name="T22" fmla="*/ 21 w 21"/>
                <a:gd name="T23" fmla="*/ 24 h 33"/>
                <a:gd name="T24" fmla="*/ 20 w 21"/>
                <a:gd name="T25" fmla="*/ 20 h 33"/>
                <a:gd name="T26" fmla="*/ 14 w 21"/>
                <a:gd name="T27" fmla="*/ 16 h 33"/>
                <a:gd name="T28" fmla="*/ 14 w 21"/>
                <a:gd name="T29" fmla="*/ 11 h 33"/>
                <a:gd name="T30" fmla="*/ 17 w 21"/>
                <a:gd name="T31" fmla="*/ 11 h 33"/>
                <a:gd name="T32" fmla="*/ 18 w 21"/>
                <a:gd name="T33" fmla="*/ 8 h 33"/>
                <a:gd name="T34" fmla="*/ 18 w 21"/>
                <a:gd name="T35" fmla="*/ 5 h 33"/>
                <a:gd name="T36" fmla="*/ 18 w 21"/>
                <a:gd name="T37" fmla="*/ 2 h 33"/>
                <a:gd name="T38" fmla="*/ 15 w 21"/>
                <a:gd name="T39" fmla="*/ 2 h 33"/>
                <a:gd name="T40" fmla="*/ 10 w 21"/>
                <a:gd name="T41" fmla="*/ 8 h 33"/>
                <a:gd name="T42" fmla="*/ 9 w 21"/>
                <a:gd name="T43" fmla="*/ 9 h 33"/>
                <a:gd name="T44" fmla="*/ 7 w 21"/>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33">
                  <a:moveTo>
                    <a:pt x="7" y="10"/>
                  </a:moveTo>
                  <a:cubicBezTo>
                    <a:pt x="5" y="10"/>
                    <a:pt x="4" y="12"/>
                    <a:pt x="4" y="12"/>
                  </a:cubicBezTo>
                  <a:cubicBezTo>
                    <a:pt x="1" y="14"/>
                    <a:pt x="2" y="15"/>
                    <a:pt x="2" y="15"/>
                  </a:cubicBezTo>
                  <a:cubicBezTo>
                    <a:pt x="2" y="16"/>
                    <a:pt x="1" y="19"/>
                    <a:pt x="1" y="19"/>
                  </a:cubicBezTo>
                  <a:cubicBezTo>
                    <a:pt x="0" y="20"/>
                    <a:pt x="0" y="23"/>
                    <a:pt x="0" y="23"/>
                  </a:cubicBezTo>
                  <a:cubicBezTo>
                    <a:pt x="0" y="24"/>
                    <a:pt x="2" y="26"/>
                    <a:pt x="2" y="26"/>
                  </a:cubicBezTo>
                  <a:cubicBezTo>
                    <a:pt x="3" y="29"/>
                    <a:pt x="9" y="32"/>
                    <a:pt x="9" y="32"/>
                  </a:cubicBezTo>
                  <a:cubicBezTo>
                    <a:pt x="10" y="33"/>
                    <a:pt x="11" y="33"/>
                    <a:pt x="12" y="33"/>
                  </a:cubicBezTo>
                  <a:cubicBezTo>
                    <a:pt x="13" y="33"/>
                    <a:pt x="14" y="33"/>
                    <a:pt x="15" y="33"/>
                  </a:cubicBezTo>
                  <a:cubicBezTo>
                    <a:pt x="19" y="33"/>
                    <a:pt x="19" y="29"/>
                    <a:pt x="19" y="29"/>
                  </a:cubicBezTo>
                  <a:cubicBezTo>
                    <a:pt x="18" y="28"/>
                    <a:pt x="20" y="26"/>
                    <a:pt x="20" y="26"/>
                  </a:cubicBezTo>
                  <a:cubicBezTo>
                    <a:pt x="21" y="25"/>
                    <a:pt x="21" y="24"/>
                    <a:pt x="21" y="24"/>
                  </a:cubicBezTo>
                  <a:cubicBezTo>
                    <a:pt x="20" y="23"/>
                    <a:pt x="20" y="20"/>
                    <a:pt x="20" y="20"/>
                  </a:cubicBezTo>
                  <a:cubicBezTo>
                    <a:pt x="18" y="19"/>
                    <a:pt x="14" y="16"/>
                    <a:pt x="14" y="16"/>
                  </a:cubicBezTo>
                  <a:cubicBezTo>
                    <a:pt x="11" y="12"/>
                    <a:pt x="14" y="11"/>
                    <a:pt x="14" y="11"/>
                  </a:cubicBezTo>
                  <a:cubicBezTo>
                    <a:pt x="16" y="12"/>
                    <a:pt x="17" y="11"/>
                    <a:pt x="17" y="11"/>
                  </a:cubicBezTo>
                  <a:cubicBezTo>
                    <a:pt x="19" y="11"/>
                    <a:pt x="18" y="8"/>
                    <a:pt x="18" y="8"/>
                  </a:cubicBezTo>
                  <a:cubicBezTo>
                    <a:pt x="18" y="6"/>
                    <a:pt x="18" y="5"/>
                    <a:pt x="18" y="5"/>
                  </a:cubicBezTo>
                  <a:cubicBezTo>
                    <a:pt x="19" y="2"/>
                    <a:pt x="18" y="2"/>
                    <a:pt x="18" y="2"/>
                  </a:cubicBezTo>
                  <a:cubicBezTo>
                    <a:pt x="16" y="0"/>
                    <a:pt x="15" y="2"/>
                    <a:pt x="15" y="2"/>
                  </a:cubicBezTo>
                  <a:cubicBezTo>
                    <a:pt x="14" y="4"/>
                    <a:pt x="10" y="8"/>
                    <a:pt x="10" y="8"/>
                  </a:cubicBezTo>
                  <a:cubicBezTo>
                    <a:pt x="9" y="8"/>
                    <a:pt x="9" y="9"/>
                    <a:pt x="9" y="9"/>
                  </a:cubicBezTo>
                  <a:cubicBezTo>
                    <a:pt x="8" y="10"/>
                    <a:pt x="7" y="10"/>
                    <a:pt x="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64"/>
            <p:cNvSpPr/>
            <p:nvPr/>
          </p:nvSpPr>
          <p:spPr bwMode="auto">
            <a:xfrm>
              <a:off x="5417633" y="5504823"/>
              <a:ext cx="7938" cy="20638"/>
            </a:xfrm>
            <a:custGeom>
              <a:avLst/>
              <a:gdLst>
                <a:gd name="T0" fmla="*/ 0 w 4"/>
                <a:gd name="T1" fmla="*/ 0 h 11"/>
                <a:gd name="T2" fmla="*/ 2 w 4"/>
                <a:gd name="T3" fmla="*/ 5 h 11"/>
                <a:gd name="T4" fmla="*/ 2 w 4"/>
                <a:gd name="T5" fmla="*/ 7 h 11"/>
                <a:gd name="T6" fmla="*/ 3 w 4"/>
                <a:gd name="T7" fmla="*/ 10 h 11"/>
                <a:gd name="T8" fmla="*/ 4 w 4"/>
                <a:gd name="T9" fmla="*/ 9 h 11"/>
                <a:gd name="T10" fmla="*/ 3 w 4"/>
                <a:gd name="T11" fmla="*/ 3 h 11"/>
                <a:gd name="T12" fmla="*/ 3 w 4"/>
                <a:gd name="T13" fmla="*/ 0 h 11"/>
                <a:gd name="T14" fmla="*/ 0 w 4"/>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0" y="0"/>
                  </a:moveTo>
                  <a:cubicBezTo>
                    <a:pt x="1" y="3"/>
                    <a:pt x="2" y="4"/>
                    <a:pt x="2" y="5"/>
                  </a:cubicBezTo>
                  <a:cubicBezTo>
                    <a:pt x="2" y="6"/>
                    <a:pt x="2" y="7"/>
                    <a:pt x="2" y="7"/>
                  </a:cubicBezTo>
                  <a:cubicBezTo>
                    <a:pt x="4" y="9"/>
                    <a:pt x="3" y="8"/>
                    <a:pt x="3" y="10"/>
                  </a:cubicBezTo>
                  <a:cubicBezTo>
                    <a:pt x="4" y="11"/>
                    <a:pt x="4" y="10"/>
                    <a:pt x="4" y="9"/>
                  </a:cubicBezTo>
                  <a:cubicBezTo>
                    <a:pt x="4" y="8"/>
                    <a:pt x="4" y="5"/>
                    <a:pt x="3" y="3"/>
                  </a:cubicBezTo>
                  <a:cubicBezTo>
                    <a:pt x="3" y="2"/>
                    <a:pt x="3" y="1"/>
                    <a:pt x="3" y="0"/>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65"/>
            <p:cNvSpPr/>
            <p:nvPr/>
          </p:nvSpPr>
          <p:spPr bwMode="auto">
            <a:xfrm>
              <a:off x="5384295" y="5517523"/>
              <a:ext cx="33338" cy="12700"/>
            </a:xfrm>
            <a:custGeom>
              <a:avLst/>
              <a:gdLst>
                <a:gd name="T0" fmla="*/ 0 w 18"/>
                <a:gd name="T1" fmla="*/ 7 h 7"/>
                <a:gd name="T2" fmla="*/ 5 w 18"/>
                <a:gd name="T3" fmla="*/ 6 h 7"/>
                <a:gd name="T4" fmla="*/ 17 w 18"/>
                <a:gd name="T5" fmla="*/ 3 h 7"/>
                <a:gd name="T6" fmla="*/ 18 w 18"/>
                <a:gd name="T7" fmla="*/ 2 h 7"/>
                <a:gd name="T8" fmla="*/ 18 w 18"/>
                <a:gd name="T9" fmla="*/ 2 h 7"/>
                <a:gd name="T10" fmla="*/ 17 w 18"/>
                <a:gd name="T11" fmla="*/ 0 h 7"/>
                <a:gd name="T12" fmla="*/ 0 w 18"/>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18" h="7">
                  <a:moveTo>
                    <a:pt x="0" y="7"/>
                  </a:moveTo>
                  <a:cubicBezTo>
                    <a:pt x="1" y="7"/>
                    <a:pt x="3" y="6"/>
                    <a:pt x="5" y="6"/>
                  </a:cubicBezTo>
                  <a:cubicBezTo>
                    <a:pt x="9" y="6"/>
                    <a:pt x="15" y="5"/>
                    <a:pt x="17" y="3"/>
                  </a:cubicBezTo>
                  <a:cubicBezTo>
                    <a:pt x="18" y="3"/>
                    <a:pt x="18" y="3"/>
                    <a:pt x="18" y="2"/>
                  </a:cubicBezTo>
                  <a:cubicBezTo>
                    <a:pt x="18" y="2"/>
                    <a:pt x="18" y="2"/>
                    <a:pt x="18" y="2"/>
                  </a:cubicBezTo>
                  <a:cubicBezTo>
                    <a:pt x="18" y="1"/>
                    <a:pt x="17" y="1"/>
                    <a:pt x="17" y="0"/>
                  </a:cubicBezTo>
                  <a:cubicBezTo>
                    <a:pt x="12" y="4"/>
                    <a:pt x="3" y="5"/>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66"/>
            <p:cNvSpPr/>
            <p:nvPr/>
          </p:nvSpPr>
          <p:spPr bwMode="auto">
            <a:xfrm>
              <a:off x="5849433" y="4149098"/>
              <a:ext cx="63500" cy="68263"/>
            </a:xfrm>
            <a:custGeom>
              <a:avLst/>
              <a:gdLst>
                <a:gd name="T0" fmla="*/ 12 w 34"/>
                <a:gd name="T1" fmla="*/ 36 h 37"/>
                <a:gd name="T2" fmla="*/ 24 w 34"/>
                <a:gd name="T3" fmla="*/ 35 h 37"/>
                <a:gd name="T4" fmla="*/ 32 w 34"/>
                <a:gd name="T5" fmla="*/ 23 h 37"/>
                <a:gd name="T6" fmla="*/ 32 w 34"/>
                <a:gd name="T7" fmla="*/ 9 h 37"/>
                <a:gd name="T8" fmla="*/ 22 w 34"/>
                <a:gd name="T9" fmla="*/ 2 h 37"/>
                <a:gd name="T10" fmla="*/ 10 w 34"/>
                <a:gd name="T11" fmla="*/ 3 h 37"/>
                <a:gd name="T12" fmla="*/ 2 w 34"/>
                <a:gd name="T13" fmla="*/ 15 h 37"/>
                <a:gd name="T14" fmla="*/ 3 w 34"/>
                <a:gd name="T15" fmla="*/ 29 h 37"/>
                <a:gd name="T16" fmla="*/ 12 w 34"/>
                <a:gd name="T17"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7">
                  <a:moveTo>
                    <a:pt x="12" y="36"/>
                  </a:moveTo>
                  <a:cubicBezTo>
                    <a:pt x="17" y="37"/>
                    <a:pt x="21" y="37"/>
                    <a:pt x="24" y="35"/>
                  </a:cubicBezTo>
                  <a:cubicBezTo>
                    <a:pt x="28" y="33"/>
                    <a:pt x="31" y="29"/>
                    <a:pt x="32" y="23"/>
                  </a:cubicBezTo>
                  <a:cubicBezTo>
                    <a:pt x="34" y="17"/>
                    <a:pt x="34" y="12"/>
                    <a:pt x="32" y="9"/>
                  </a:cubicBezTo>
                  <a:cubicBezTo>
                    <a:pt x="30" y="5"/>
                    <a:pt x="26" y="3"/>
                    <a:pt x="22" y="2"/>
                  </a:cubicBezTo>
                  <a:cubicBezTo>
                    <a:pt x="17" y="0"/>
                    <a:pt x="13" y="1"/>
                    <a:pt x="10" y="3"/>
                  </a:cubicBezTo>
                  <a:cubicBezTo>
                    <a:pt x="6" y="5"/>
                    <a:pt x="3" y="9"/>
                    <a:pt x="2" y="15"/>
                  </a:cubicBezTo>
                  <a:cubicBezTo>
                    <a:pt x="0" y="20"/>
                    <a:pt x="1" y="25"/>
                    <a:pt x="3" y="29"/>
                  </a:cubicBezTo>
                  <a:cubicBezTo>
                    <a:pt x="5" y="33"/>
                    <a:pt x="8" y="35"/>
                    <a:pt x="12"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67"/>
            <p:cNvSpPr>
              <a:spLocks noEditPoints="1"/>
            </p:cNvSpPr>
            <p:nvPr/>
          </p:nvSpPr>
          <p:spPr bwMode="auto">
            <a:xfrm>
              <a:off x="4862008" y="4030036"/>
              <a:ext cx="1677988" cy="1673225"/>
            </a:xfrm>
            <a:custGeom>
              <a:avLst/>
              <a:gdLst>
                <a:gd name="T0" fmla="*/ 812 w 905"/>
                <a:gd name="T1" fmla="*/ 404 h 905"/>
                <a:gd name="T2" fmla="*/ 774 w 905"/>
                <a:gd name="T3" fmla="*/ 279 h 905"/>
                <a:gd name="T4" fmla="*/ 779 w 905"/>
                <a:gd name="T5" fmla="*/ 210 h 905"/>
                <a:gd name="T6" fmla="*/ 721 w 905"/>
                <a:gd name="T7" fmla="*/ 187 h 905"/>
                <a:gd name="T8" fmla="*/ 685 w 905"/>
                <a:gd name="T9" fmla="*/ 149 h 905"/>
                <a:gd name="T10" fmla="*/ 617 w 905"/>
                <a:gd name="T11" fmla="*/ 113 h 905"/>
                <a:gd name="T12" fmla="*/ 564 w 905"/>
                <a:gd name="T13" fmla="*/ 108 h 905"/>
                <a:gd name="T14" fmla="*/ 460 w 905"/>
                <a:gd name="T15" fmla="*/ 45 h 905"/>
                <a:gd name="T16" fmla="*/ 375 w 905"/>
                <a:gd name="T17" fmla="*/ 52 h 905"/>
                <a:gd name="T18" fmla="*/ 348 w 905"/>
                <a:gd name="T19" fmla="*/ 78 h 905"/>
                <a:gd name="T20" fmla="*/ 362 w 905"/>
                <a:gd name="T21" fmla="*/ 92 h 905"/>
                <a:gd name="T22" fmla="*/ 312 w 905"/>
                <a:gd name="T23" fmla="*/ 104 h 905"/>
                <a:gd name="T24" fmla="*/ 250 w 905"/>
                <a:gd name="T25" fmla="*/ 96 h 905"/>
                <a:gd name="T26" fmla="*/ 175 w 905"/>
                <a:gd name="T27" fmla="*/ 151 h 905"/>
                <a:gd name="T28" fmla="*/ 121 w 905"/>
                <a:gd name="T29" fmla="*/ 211 h 905"/>
                <a:gd name="T30" fmla="*/ 120 w 905"/>
                <a:gd name="T31" fmla="*/ 281 h 905"/>
                <a:gd name="T32" fmla="*/ 132 w 905"/>
                <a:gd name="T33" fmla="*/ 289 h 905"/>
                <a:gd name="T34" fmla="*/ 95 w 905"/>
                <a:gd name="T35" fmla="*/ 410 h 905"/>
                <a:gd name="T36" fmla="*/ 41 w 905"/>
                <a:gd name="T37" fmla="*/ 453 h 905"/>
                <a:gd name="T38" fmla="*/ 51 w 905"/>
                <a:gd name="T39" fmla="*/ 518 h 905"/>
                <a:gd name="T40" fmla="*/ 101 w 905"/>
                <a:gd name="T41" fmla="*/ 526 h 905"/>
                <a:gd name="T42" fmla="*/ 238 w 905"/>
                <a:gd name="T43" fmla="*/ 764 h 905"/>
                <a:gd name="T44" fmla="*/ 218 w 905"/>
                <a:gd name="T45" fmla="*/ 741 h 905"/>
                <a:gd name="T46" fmla="*/ 196 w 905"/>
                <a:gd name="T47" fmla="*/ 742 h 905"/>
                <a:gd name="T48" fmla="*/ 289 w 905"/>
                <a:gd name="T49" fmla="*/ 829 h 905"/>
                <a:gd name="T50" fmla="*/ 284 w 905"/>
                <a:gd name="T51" fmla="*/ 801 h 905"/>
                <a:gd name="T52" fmla="*/ 309 w 905"/>
                <a:gd name="T53" fmla="*/ 811 h 905"/>
                <a:gd name="T54" fmla="*/ 317 w 905"/>
                <a:gd name="T55" fmla="*/ 787 h 905"/>
                <a:gd name="T56" fmla="*/ 310 w 905"/>
                <a:gd name="T57" fmla="*/ 842 h 905"/>
                <a:gd name="T58" fmla="*/ 352 w 905"/>
                <a:gd name="T59" fmla="*/ 858 h 905"/>
                <a:gd name="T60" fmla="*/ 420 w 905"/>
                <a:gd name="T61" fmla="*/ 807 h 905"/>
                <a:gd name="T62" fmla="*/ 413 w 905"/>
                <a:gd name="T63" fmla="*/ 875 h 905"/>
                <a:gd name="T64" fmla="*/ 399 w 905"/>
                <a:gd name="T65" fmla="*/ 866 h 905"/>
                <a:gd name="T66" fmla="*/ 430 w 905"/>
                <a:gd name="T67" fmla="*/ 858 h 905"/>
                <a:gd name="T68" fmla="*/ 479 w 905"/>
                <a:gd name="T69" fmla="*/ 856 h 905"/>
                <a:gd name="T70" fmla="*/ 477 w 905"/>
                <a:gd name="T71" fmla="*/ 831 h 905"/>
                <a:gd name="T72" fmla="*/ 529 w 905"/>
                <a:gd name="T73" fmla="*/ 866 h 905"/>
                <a:gd name="T74" fmla="*/ 486 w 905"/>
                <a:gd name="T75" fmla="*/ 850 h 905"/>
                <a:gd name="T76" fmla="*/ 516 w 905"/>
                <a:gd name="T77" fmla="*/ 820 h 905"/>
                <a:gd name="T78" fmla="*/ 599 w 905"/>
                <a:gd name="T79" fmla="*/ 840 h 905"/>
                <a:gd name="T80" fmla="*/ 588 w 905"/>
                <a:gd name="T81" fmla="*/ 834 h 905"/>
                <a:gd name="T82" fmla="*/ 584 w 905"/>
                <a:gd name="T83" fmla="*/ 805 h 905"/>
                <a:gd name="T84" fmla="*/ 599 w 905"/>
                <a:gd name="T85" fmla="*/ 796 h 905"/>
                <a:gd name="T86" fmla="*/ 616 w 905"/>
                <a:gd name="T87" fmla="*/ 825 h 905"/>
                <a:gd name="T88" fmla="*/ 655 w 905"/>
                <a:gd name="T89" fmla="*/ 793 h 905"/>
                <a:gd name="T90" fmla="*/ 654 w 905"/>
                <a:gd name="T91" fmla="*/ 760 h 905"/>
                <a:gd name="T92" fmla="*/ 663 w 905"/>
                <a:gd name="T93" fmla="*/ 752 h 905"/>
                <a:gd name="T94" fmla="*/ 668 w 905"/>
                <a:gd name="T95" fmla="*/ 737 h 905"/>
                <a:gd name="T96" fmla="*/ 676 w 905"/>
                <a:gd name="T97" fmla="*/ 737 h 905"/>
                <a:gd name="T98" fmla="*/ 677 w 905"/>
                <a:gd name="T99" fmla="*/ 721 h 905"/>
                <a:gd name="T100" fmla="*/ 691 w 905"/>
                <a:gd name="T101" fmla="*/ 738 h 905"/>
                <a:gd name="T102" fmla="*/ 665 w 905"/>
                <a:gd name="T103" fmla="*/ 771 h 905"/>
                <a:gd name="T104" fmla="*/ 688 w 905"/>
                <a:gd name="T105" fmla="*/ 807 h 905"/>
                <a:gd name="T106" fmla="*/ 679 w 905"/>
                <a:gd name="T107" fmla="*/ 769 h 905"/>
                <a:gd name="T108" fmla="*/ 705 w 905"/>
                <a:gd name="T109" fmla="*/ 766 h 905"/>
                <a:gd name="T110" fmla="*/ 778 w 905"/>
                <a:gd name="T111" fmla="*/ 296 h 905"/>
                <a:gd name="T112" fmla="*/ 810 w 905"/>
                <a:gd name="T113" fmla="*/ 386 h 905"/>
                <a:gd name="T114" fmla="*/ 843 w 905"/>
                <a:gd name="T115" fmla="*/ 516 h 905"/>
                <a:gd name="T116" fmla="*/ 807 w 905"/>
                <a:gd name="T117" fmla="*/ 478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5" h="905">
                  <a:moveTo>
                    <a:pt x="453" y="0"/>
                  </a:moveTo>
                  <a:cubicBezTo>
                    <a:pt x="203" y="0"/>
                    <a:pt x="0" y="203"/>
                    <a:pt x="0" y="453"/>
                  </a:cubicBezTo>
                  <a:cubicBezTo>
                    <a:pt x="0" y="702"/>
                    <a:pt x="203" y="905"/>
                    <a:pt x="453" y="905"/>
                  </a:cubicBezTo>
                  <a:cubicBezTo>
                    <a:pt x="703" y="905"/>
                    <a:pt x="905" y="702"/>
                    <a:pt x="905" y="453"/>
                  </a:cubicBezTo>
                  <a:cubicBezTo>
                    <a:pt x="905" y="203"/>
                    <a:pt x="703" y="0"/>
                    <a:pt x="453" y="0"/>
                  </a:cubicBezTo>
                  <a:close/>
                  <a:moveTo>
                    <a:pt x="858" y="430"/>
                  </a:moveTo>
                  <a:cubicBezTo>
                    <a:pt x="849" y="431"/>
                    <a:pt x="849" y="431"/>
                    <a:pt x="849" y="431"/>
                  </a:cubicBezTo>
                  <a:cubicBezTo>
                    <a:pt x="846" y="400"/>
                    <a:pt x="846" y="400"/>
                    <a:pt x="846" y="400"/>
                  </a:cubicBezTo>
                  <a:cubicBezTo>
                    <a:pt x="835" y="401"/>
                    <a:pt x="835" y="401"/>
                    <a:pt x="835" y="401"/>
                  </a:cubicBezTo>
                  <a:cubicBezTo>
                    <a:pt x="838" y="430"/>
                    <a:pt x="838" y="430"/>
                    <a:pt x="838" y="430"/>
                  </a:cubicBezTo>
                  <a:cubicBezTo>
                    <a:pt x="829" y="431"/>
                    <a:pt x="829" y="431"/>
                    <a:pt x="829" y="431"/>
                  </a:cubicBezTo>
                  <a:cubicBezTo>
                    <a:pt x="826" y="402"/>
                    <a:pt x="826" y="402"/>
                    <a:pt x="826" y="402"/>
                  </a:cubicBezTo>
                  <a:cubicBezTo>
                    <a:pt x="812" y="404"/>
                    <a:pt x="812" y="404"/>
                    <a:pt x="812" y="404"/>
                  </a:cubicBezTo>
                  <a:cubicBezTo>
                    <a:pt x="816" y="435"/>
                    <a:pt x="816" y="435"/>
                    <a:pt x="816" y="435"/>
                  </a:cubicBezTo>
                  <a:cubicBezTo>
                    <a:pt x="807" y="436"/>
                    <a:pt x="807" y="436"/>
                    <a:pt x="807" y="436"/>
                  </a:cubicBezTo>
                  <a:cubicBezTo>
                    <a:pt x="802" y="393"/>
                    <a:pt x="802" y="393"/>
                    <a:pt x="802" y="393"/>
                  </a:cubicBezTo>
                  <a:cubicBezTo>
                    <a:pt x="854" y="388"/>
                    <a:pt x="854" y="388"/>
                    <a:pt x="854" y="388"/>
                  </a:cubicBezTo>
                  <a:lnTo>
                    <a:pt x="858" y="430"/>
                  </a:lnTo>
                  <a:close/>
                  <a:moveTo>
                    <a:pt x="799" y="241"/>
                  </a:moveTo>
                  <a:cubicBezTo>
                    <a:pt x="802" y="246"/>
                    <a:pt x="804" y="250"/>
                    <a:pt x="804" y="253"/>
                  </a:cubicBezTo>
                  <a:cubicBezTo>
                    <a:pt x="805" y="256"/>
                    <a:pt x="805" y="258"/>
                    <a:pt x="804" y="261"/>
                  </a:cubicBezTo>
                  <a:cubicBezTo>
                    <a:pt x="803" y="264"/>
                    <a:pt x="801" y="266"/>
                    <a:pt x="798" y="267"/>
                  </a:cubicBezTo>
                  <a:cubicBezTo>
                    <a:pt x="795" y="269"/>
                    <a:pt x="791" y="270"/>
                    <a:pt x="788" y="269"/>
                  </a:cubicBezTo>
                  <a:cubicBezTo>
                    <a:pt x="784" y="268"/>
                    <a:pt x="781" y="266"/>
                    <a:pt x="778" y="262"/>
                  </a:cubicBezTo>
                  <a:cubicBezTo>
                    <a:pt x="778" y="265"/>
                    <a:pt x="778" y="267"/>
                    <a:pt x="778" y="269"/>
                  </a:cubicBezTo>
                  <a:cubicBezTo>
                    <a:pt x="777" y="272"/>
                    <a:pt x="776" y="275"/>
                    <a:pt x="774" y="279"/>
                  </a:cubicBezTo>
                  <a:cubicBezTo>
                    <a:pt x="769" y="291"/>
                    <a:pt x="769" y="291"/>
                    <a:pt x="769" y="291"/>
                  </a:cubicBezTo>
                  <a:cubicBezTo>
                    <a:pt x="762" y="279"/>
                    <a:pt x="762" y="279"/>
                    <a:pt x="762" y="279"/>
                  </a:cubicBezTo>
                  <a:cubicBezTo>
                    <a:pt x="767" y="266"/>
                    <a:pt x="767" y="266"/>
                    <a:pt x="767" y="266"/>
                  </a:cubicBezTo>
                  <a:cubicBezTo>
                    <a:pt x="769" y="261"/>
                    <a:pt x="770" y="258"/>
                    <a:pt x="770" y="257"/>
                  </a:cubicBezTo>
                  <a:cubicBezTo>
                    <a:pt x="771" y="255"/>
                    <a:pt x="771" y="254"/>
                    <a:pt x="770" y="253"/>
                  </a:cubicBezTo>
                  <a:cubicBezTo>
                    <a:pt x="770" y="252"/>
                    <a:pt x="769" y="250"/>
                    <a:pt x="768" y="248"/>
                  </a:cubicBezTo>
                  <a:cubicBezTo>
                    <a:pt x="766" y="246"/>
                    <a:pt x="766" y="246"/>
                    <a:pt x="766" y="246"/>
                  </a:cubicBezTo>
                  <a:cubicBezTo>
                    <a:pt x="748" y="257"/>
                    <a:pt x="748" y="257"/>
                    <a:pt x="748" y="257"/>
                  </a:cubicBezTo>
                  <a:cubicBezTo>
                    <a:pt x="742" y="247"/>
                    <a:pt x="742" y="247"/>
                    <a:pt x="742" y="247"/>
                  </a:cubicBezTo>
                  <a:cubicBezTo>
                    <a:pt x="786" y="220"/>
                    <a:pt x="786" y="220"/>
                    <a:pt x="786" y="220"/>
                  </a:cubicBezTo>
                  <a:lnTo>
                    <a:pt x="799" y="241"/>
                  </a:lnTo>
                  <a:close/>
                  <a:moveTo>
                    <a:pt x="750" y="176"/>
                  </a:moveTo>
                  <a:cubicBezTo>
                    <a:pt x="779" y="210"/>
                    <a:pt x="779" y="210"/>
                    <a:pt x="779" y="210"/>
                  </a:cubicBezTo>
                  <a:cubicBezTo>
                    <a:pt x="772" y="216"/>
                    <a:pt x="772" y="216"/>
                    <a:pt x="772" y="216"/>
                  </a:cubicBezTo>
                  <a:cubicBezTo>
                    <a:pt x="761" y="203"/>
                    <a:pt x="761" y="203"/>
                    <a:pt x="761" y="203"/>
                  </a:cubicBezTo>
                  <a:cubicBezTo>
                    <a:pt x="728" y="230"/>
                    <a:pt x="728" y="230"/>
                    <a:pt x="728" y="230"/>
                  </a:cubicBezTo>
                  <a:cubicBezTo>
                    <a:pt x="721" y="221"/>
                    <a:pt x="721" y="221"/>
                    <a:pt x="721" y="221"/>
                  </a:cubicBezTo>
                  <a:cubicBezTo>
                    <a:pt x="754" y="194"/>
                    <a:pt x="754" y="194"/>
                    <a:pt x="754" y="194"/>
                  </a:cubicBezTo>
                  <a:cubicBezTo>
                    <a:pt x="744" y="181"/>
                    <a:pt x="744" y="181"/>
                    <a:pt x="744" y="181"/>
                  </a:cubicBezTo>
                  <a:lnTo>
                    <a:pt x="750" y="176"/>
                  </a:lnTo>
                  <a:close/>
                  <a:moveTo>
                    <a:pt x="742" y="167"/>
                  </a:moveTo>
                  <a:cubicBezTo>
                    <a:pt x="736" y="174"/>
                    <a:pt x="736" y="174"/>
                    <a:pt x="736" y="174"/>
                  </a:cubicBezTo>
                  <a:cubicBezTo>
                    <a:pt x="714" y="153"/>
                    <a:pt x="714" y="153"/>
                    <a:pt x="714" y="153"/>
                  </a:cubicBezTo>
                  <a:cubicBezTo>
                    <a:pt x="706" y="162"/>
                    <a:pt x="706" y="162"/>
                    <a:pt x="706" y="162"/>
                  </a:cubicBezTo>
                  <a:cubicBezTo>
                    <a:pt x="727" y="181"/>
                    <a:pt x="727" y="181"/>
                    <a:pt x="727" y="181"/>
                  </a:cubicBezTo>
                  <a:cubicBezTo>
                    <a:pt x="721" y="187"/>
                    <a:pt x="721" y="187"/>
                    <a:pt x="721" y="187"/>
                  </a:cubicBezTo>
                  <a:cubicBezTo>
                    <a:pt x="700" y="168"/>
                    <a:pt x="700" y="168"/>
                    <a:pt x="700" y="168"/>
                  </a:cubicBezTo>
                  <a:cubicBezTo>
                    <a:pt x="691" y="178"/>
                    <a:pt x="691" y="178"/>
                    <a:pt x="691" y="178"/>
                  </a:cubicBezTo>
                  <a:cubicBezTo>
                    <a:pt x="714" y="200"/>
                    <a:pt x="714" y="200"/>
                    <a:pt x="714" y="200"/>
                  </a:cubicBezTo>
                  <a:cubicBezTo>
                    <a:pt x="708" y="206"/>
                    <a:pt x="708" y="206"/>
                    <a:pt x="708" y="206"/>
                  </a:cubicBezTo>
                  <a:cubicBezTo>
                    <a:pt x="677" y="177"/>
                    <a:pt x="677" y="177"/>
                    <a:pt x="677" y="177"/>
                  </a:cubicBezTo>
                  <a:cubicBezTo>
                    <a:pt x="711" y="139"/>
                    <a:pt x="711" y="139"/>
                    <a:pt x="711" y="139"/>
                  </a:cubicBezTo>
                  <a:lnTo>
                    <a:pt x="742" y="167"/>
                  </a:lnTo>
                  <a:close/>
                  <a:moveTo>
                    <a:pt x="665" y="105"/>
                  </a:moveTo>
                  <a:cubicBezTo>
                    <a:pt x="680" y="116"/>
                    <a:pt x="680" y="116"/>
                    <a:pt x="680" y="116"/>
                  </a:cubicBezTo>
                  <a:cubicBezTo>
                    <a:pt x="686" y="120"/>
                    <a:pt x="689" y="122"/>
                    <a:pt x="691" y="124"/>
                  </a:cubicBezTo>
                  <a:cubicBezTo>
                    <a:pt x="693" y="127"/>
                    <a:pt x="694" y="130"/>
                    <a:pt x="695" y="133"/>
                  </a:cubicBezTo>
                  <a:cubicBezTo>
                    <a:pt x="695" y="136"/>
                    <a:pt x="694" y="140"/>
                    <a:pt x="692" y="143"/>
                  </a:cubicBezTo>
                  <a:cubicBezTo>
                    <a:pt x="690" y="146"/>
                    <a:pt x="688" y="148"/>
                    <a:pt x="685" y="149"/>
                  </a:cubicBezTo>
                  <a:cubicBezTo>
                    <a:pt x="683" y="150"/>
                    <a:pt x="681" y="150"/>
                    <a:pt x="679" y="150"/>
                  </a:cubicBezTo>
                  <a:cubicBezTo>
                    <a:pt x="676" y="150"/>
                    <a:pt x="674" y="149"/>
                    <a:pt x="672" y="149"/>
                  </a:cubicBezTo>
                  <a:cubicBezTo>
                    <a:pt x="670" y="148"/>
                    <a:pt x="666" y="145"/>
                    <a:pt x="662" y="143"/>
                  </a:cubicBezTo>
                  <a:cubicBezTo>
                    <a:pt x="656" y="138"/>
                    <a:pt x="656" y="138"/>
                    <a:pt x="656" y="138"/>
                  </a:cubicBezTo>
                  <a:cubicBezTo>
                    <a:pt x="645" y="154"/>
                    <a:pt x="645" y="154"/>
                    <a:pt x="645" y="154"/>
                  </a:cubicBezTo>
                  <a:cubicBezTo>
                    <a:pt x="635" y="148"/>
                    <a:pt x="635" y="148"/>
                    <a:pt x="635" y="148"/>
                  </a:cubicBezTo>
                  <a:lnTo>
                    <a:pt x="665" y="105"/>
                  </a:lnTo>
                  <a:close/>
                  <a:moveTo>
                    <a:pt x="632" y="87"/>
                  </a:moveTo>
                  <a:cubicBezTo>
                    <a:pt x="629" y="95"/>
                    <a:pt x="629" y="95"/>
                    <a:pt x="629" y="95"/>
                  </a:cubicBezTo>
                  <a:cubicBezTo>
                    <a:pt x="603" y="84"/>
                    <a:pt x="603" y="84"/>
                    <a:pt x="603" y="84"/>
                  </a:cubicBezTo>
                  <a:cubicBezTo>
                    <a:pt x="598" y="95"/>
                    <a:pt x="598" y="95"/>
                    <a:pt x="598" y="95"/>
                  </a:cubicBezTo>
                  <a:cubicBezTo>
                    <a:pt x="620" y="105"/>
                    <a:pt x="620" y="105"/>
                    <a:pt x="620" y="105"/>
                  </a:cubicBezTo>
                  <a:cubicBezTo>
                    <a:pt x="617" y="113"/>
                    <a:pt x="617" y="113"/>
                    <a:pt x="617" y="113"/>
                  </a:cubicBezTo>
                  <a:cubicBezTo>
                    <a:pt x="595" y="103"/>
                    <a:pt x="595" y="103"/>
                    <a:pt x="595" y="103"/>
                  </a:cubicBezTo>
                  <a:cubicBezTo>
                    <a:pt x="586" y="123"/>
                    <a:pt x="586" y="123"/>
                    <a:pt x="586" y="123"/>
                  </a:cubicBezTo>
                  <a:cubicBezTo>
                    <a:pt x="576" y="119"/>
                    <a:pt x="576" y="119"/>
                    <a:pt x="576" y="119"/>
                  </a:cubicBezTo>
                  <a:cubicBezTo>
                    <a:pt x="596" y="71"/>
                    <a:pt x="596" y="71"/>
                    <a:pt x="596" y="71"/>
                  </a:cubicBezTo>
                  <a:lnTo>
                    <a:pt x="632" y="87"/>
                  </a:lnTo>
                  <a:close/>
                  <a:moveTo>
                    <a:pt x="523" y="77"/>
                  </a:moveTo>
                  <a:cubicBezTo>
                    <a:pt x="525" y="72"/>
                    <a:pt x="527" y="68"/>
                    <a:pt x="529" y="65"/>
                  </a:cubicBezTo>
                  <a:cubicBezTo>
                    <a:pt x="531" y="63"/>
                    <a:pt x="534" y="61"/>
                    <a:pt x="536" y="59"/>
                  </a:cubicBezTo>
                  <a:cubicBezTo>
                    <a:pt x="539" y="58"/>
                    <a:pt x="542" y="57"/>
                    <a:pt x="545" y="57"/>
                  </a:cubicBezTo>
                  <a:cubicBezTo>
                    <a:pt x="548" y="56"/>
                    <a:pt x="553" y="57"/>
                    <a:pt x="557" y="58"/>
                  </a:cubicBezTo>
                  <a:cubicBezTo>
                    <a:pt x="565" y="60"/>
                    <a:pt x="571" y="64"/>
                    <a:pt x="575" y="70"/>
                  </a:cubicBezTo>
                  <a:cubicBezTo>
                    <a:pt x="578" y="76"/>
                    <a:pt x="579" y="83"/>
                    <a:pt x="577" y="91"/>
                  </a:cubicBezTo>
                  <a:cubicBezTo>
                    <a:pt x="575" y="99"/>
                    <a:pt x="570" y="105"/>
                    <a:pt x="564" y="108"/>
                  </a:cubicBezTo>
                  <a:cubicBezTo>
                    <a:pt x="558" y="111"/>
                    <a:pt x="551" y="112"/>
                    <a:pt x="543" y="110"/>
                  </a:cubicBezTo>
                  <a:cubicBezTo>
                    <a:pt x="535" y="108"/>
                    <a:pt x="529" y="104"/>
                    <a:pt x="526" y="98"/>
                  </a:cubicBezTo>
                  <a:cubicBezTo>
                    <a:pt x="522" y="92"/>
                    <a:pt x="521" y="85"/>
                    <a:pt x="523" y="77"/>
                  </a:cubicBezTo>
                  <a:close/>
                  <a:moveTo>
                    <a:pt x="460" y="45"/>
                  </a:moveTo>
                  <a:cubicBezTo>
                    <a:pt x="473" y="66"/>
                    <a:pt x="473" y="66"/>
                    <a:pt x="473" y="66"/>
                  </a:cubicBezTo>
                  <a:cubicBezTo>
                    <a:pt x="487" y="46"/>
                    <a:pt x="487" y="46"/>
                    <a:pt x="487" y="46"/>
                  </a:cubicBezTo>
                  <a:cubicBezTo>
                    <a:pt x="500" y="47"/>
                    <a:pt x="500" y="47"/>
                    <a:pt x="500" y="47"/>
                  </a:cubicBezTo>
                  <a:cubicBezTo>
                    <a:pt x="477" y="76"/>
                    <a:pt x="477" y="76"/>
                    <a:pt x="477" y="76"/>
                  </a:cubicBezTo>
                  <a:cubicBezTo>
                    <a:pt x="476" y="97"/>
                    <a:pt x="476" y="97"/>
                    <a:pt x="476" y="97"/>
                  </a:cubicBezTo>
                  <a:cubicBezTo>
                    <a:pt x="465" y="97"/>
                    <a:pt x="465" y="97"/>
                    <a:pt x="465" y="97"/>
                  </a:cubicBezTo>
                  <a:cubicBezTo>
                    <a:pt x="466" y="75"/>
                    <a:pt x="466" y="75"/>
                    <a:pt x="466" y="75"/>
                  </a:cubicBezTo>
                  <a:cubicBezTo>
                    <a:pt x="447" y="44"/>
                    <a:pt x="447" y="44"/>
                    <a:pt x="447" y="44"/>
                  </a:cubicBezTo>
                  <a:lnTo>
                    <a:pt x="460" y="45"/>
                  </a:lnTo>
                  <a:close/>
                  <a:moveTo>
                    <a:pt x="441" y="44"/>
                  </a:moveTo>
                  <a:cubicBezTo>
                    <a:pt x="442" y="53"/>
                    <a:pt x="442" y="53"/>
                    <a:pt x="442" y="53"/>
                  </a:cubicBezTo>
                  <a:cubicBezTo>
                    <a:pt x="425" y="54"/>
                    <a:pt x="425" y="54"/>
                    <a:pt x="425" y="54"/>
                  </a:cubicBezTo>
                  <a:cubicBezTo>
                    <a:pt x="428" y="97"/>
                    <a:pt x="428" y="97"/>
                    <a:pt x="428" y="97"/>
                  </a:cubicBezTo>
                  <a:cubicBezTo>
                    <a:pt x="417" y="98"/>
                    <a:pt x="417" y="98"/>
                    <a:pt x="417" y="98"/>
                  </a:cubicBezTo>
                  <a:cubicBezTo>
                    <a:pt x="413" y="55"/>
                    <a:pt x="413" y="55"/>
                    <a:pt x="413" y="55"/>
                  </a:cubicBezTo>
                  <a:cubicBezTo>
                    <a:pt x="397" y="56"/>
                    <a:pt x="397" y="56"/>
                    <a:pt x="397" y="56"/>
                  </a:cubicBezTo>
                  <a:cubicBezTo>
                    <a:pt x="396" y="48"/>
                    <a:pt x="396" y="48"/>
                    <a:pt x="396" y="48"/>
                  </a:cubicBezTo>
                  <a:lnTo>
                    <a:pt x="441" y="44"/>
                  </a:lnTo>
                  <a:close/>
                  <a:moveTo>
                    <a:pt x="386" y="50"/>
                  </a:moveTo>
                  <a:cubicBezTo>
                    <a:pt x="395" y="101"/>
                    <a:pt x="395" y="101"/>
                    <a:pt x="395" y="101"/>
                  </a:cubicBezTo>
                  <a:cubicBezTo>
                    <a:pt x="384" y="103"/>
                    <a:pt x="384" y="103"/>
                    <a:pt x="384" y="103"/>
                  </a:cubicBezTo>
                  <a:cubicBezTo>
                    <a:pt x="375" y="52"/>
                    <a:pt x="375" y="52"/>
                    <a:pt x="375" y="52"/>
                  </a:cubicBezTo>
                  <a:lnTo>
                    <a:pt x="386" y="50"/>
                  </a:lnTo>
                  <a:close/>
                  <a:moveTo>
                    <a:pt x="324" y="70"/>
                  </a:moveTo>
                  <a:cubicBezTo>
                    <a:pt x="325" y="68"/>
                    <a:pt x="327" y="65"/>
                    <a:pt x="330" y="63"/>
                  </a:cubicBezTo>
                  <a:cubicBezTo>
                    <a:pt x="333" y="61"/>
                    <a:pt x="336" y="60"/>
                    <a:pt x="340" y="59"/>
                  </a:cubicBezTo>
                  <a:cubicBezTo>
                    <a:pt x="347" y="57"/>
                    <a:pt x="353" y="57"/>
                    <a:pt x="357" y="59"/>
                  </a:cubicBezTo>
                  <a:cubicBezTo>
                    <a:pt x="361" y="60"/>
                    <a:pt x="364" y="63"/>
                    <a:pt x="365" y="68"/>
                  </a:cubicBezTo>
                  <a:cubicBezTo>
                    <a:pt x="354" y="71"/>
                    <a:pt x="354" y="71"/>
                    <a:pt x="354" y="71"/>
                  </a:cubicBezTo>
                  <a:cubicBezTo>
                    <a:pt x="353" y="69"/>
                    <a:pt x="352" y="67"/>
                    <a:pt x="350" y="67"/>
                  </a:cubicBezTo>
                  <a:cubicBezTo>
                    <a:pt x="348" y="66"/>
                    <a:pt x="345" y="66"/>
                    <a:pt x="342" y="67"/>
                  </a:cubicBezTo>
                  <a:cubicBezTo>
                    <a:pt x="339" y="68"/>
                    <a:pt x="337" y="69"/>
                    <a:pt x="335" y="71"/>
                  </a:cubicBezTo>
                  <a:cubicBezTo>
                    <a:pt x="334" y="72"/>
                    <a:pt x="334" y="73"/>
                    <a:pt x="334" y="74"/>
                  </a:cubicBezTo>
                  <a:cubicBezTo>
                    <a:pt x="335" y="76"/>
                    <a:pt x="336" y="76"/>
                    <a:pt x="337" y="77"/>
                  </a:cubicBezTo>
                  <a:cubicBezTo>
                    <a:pt x="339" y="78"/>
                    <a:pt x="342" y="78"/>
                    <a:pt x="348" y="78"/>
                  </a:cubicBezTo>
                  <a:cubicBezTo>
                    <a:pt x="354" y="77"/>
                    <a:pt x="358" y="77"/>
                    <a:pt x="361" y="78"/>
                  </a:cubicBezTo>
                  <a:cubicBezTo>
                    <a:pt x="364" y="79"/>
                    <a:pt x="366" y="80"/>
                    <a:pt x="368" y="81"/>
                  </a:cubicBezTo>
                  <a:cubicBezTo>
                    <a:pt x="370" y="83"/>
                    <a:pt x="372" y="86"/>
                    <a:pt x="373" y="89"/>
                  </a:cubicBezTo>
                  <a:cubicBezTo>
                    <a:pt x="373" y="92"/>
                    <a:pt x="373" y="95"/>
                    <a:pt x="372" y="98"/>
                  </a:cubicBezTo>
                  <a:cubicBezTo>
                    <a:pt x="371" y="101"/>
                    <a:pt x="369" y="103"/>
                    <a:pt x="366" y="105"/>
                  </a:cubicBezTo>
                  <a:cubicBezTo>
                    <a:pt x="364" y="107"/>
                    <a:pt x="360" y="109"/>
                    <a:pt x="355" y="110"/>
                  </a:cubicBezTo>
                  <a:cubicBezTo>
                    <a:pt x="348" y="112"/>
                    <a:pt x="342" y="112"/>
                    <a:pt x="338" y="110"/>
                  </a:cubicBezTo>
                  <a:cubicBezTo>
                    <a:pt x="333" y="108"/>
                    <a:pt x="330" y="105"/>
                    <a:pt x="328" y="100"/>
                  </a:cubicBezTo>
                  <a:cubicBezTo>
                    <a:pt x="338" y="96"/>
                    <a:pt x="338" y="96"/>
                    <a:pt x="338" y="96"/>
                  </a:cubicBezTo>
                  <a:cubicBezTo>
                    <a:pt x="340" y="99"/>
                    <a:pt x="342" y="101"/>
                    <a:pt x="344" y="102"/>
                  </a:cubicBezTo>
                  <a:cubicBezTo>
                    <a:pt x="346" y="103"/>
                    <a:pt x="349" y="103"/>
                    <a:pt x="353" y="102"/>
                  </a:cubicBezTo>
                  <a:cubicBezTo>
                    <a:pt x="356" y="101"/>
                    <a:pt x="359" y="99"/>
                    <a:pt x="360" y="97"/>
                  </a:cubicBezTo>
                  <a:cubicBezTo>
                    <a:pt x="362" y="96"/>
                    <a:pt x="362" y="94"/>
                    <a:pt x="362" y="92"/>
                  </a:cubicBezTo>
                  <a:cubicBezTo>
                    <a:pt x="361" y="91"/>
                    <a:pt x="361" y="90"/>
                    <a:pt x="360" y="89"/>
                  </a:cubicBezTo>
                  <a:cubicBezTo>
                    <a:pt x="359" y="89"/>
                    <a:pt x="357" y="88"/>
                    <a:pt x="355" y="88"/>
                  </a:cubicBezTo>
                  <a:cubicBezTo>
                    <a:pt x="354" y="88"/>
                    <a:pt x="351" y="88"/>
                    <a:pt x="346" y="88"/>
                  </a:cubicBezTo>
                  <a:cubicBezTo>
                    <a:pt x="339" y="89"/>
                    <a:pt x="335" y="88"/>
                    <a:pt x="332" y="87"/>
                  </a:cubicBezTo>
                  <a:cubicBezTo>
                    <a:pt x="328" y="85"/>
                    <a:pt x="325" y="82"/>
                    <a:pt x="324" y="78"/>
                  </a:cubicBezTo>
                  <a:cubicBezTo>
                    <a:pt x="323" y="76"/>
                    <a:pt x="323" y="73"/>
                    <a:pt x="324" y="70"/>
                  </a:cubicBezTo>
                  <a:close/>
                  <a:moveTo>
                    <a:pt x="286" y="79"/>
                  </a:moveTo>
                  <a:cubicBezTo>
                    <a:pt x="292" y="77"/>
                    <a:pt x="296" y="75"/>
                    <a:pt x="299" y="75"/>
                  </a:cubicBezTo>
                  <a:cubicBezTo>
                    <a:pt x="302" y="75"/>
                    <a:pt x="304" y="75"/>
                    <a:pt x="307" y="77"/>
                  </a:cubicBezTo>
                  <a:cubicBezTo>
                    <a:pt x="309" y="78"/>
                    <a:pt x="311" y="80"/>
                    <a:pt x="312" y="83"/>
                  </a:cubicBezTo>
                  <a:cubicBezTo>
                    <a:pt x="314" y="87"/>
                    <a:pt x="314" y="90"/>
                    <a:pt x="313" y="94"/>
                  </a:cubicBezTo>
                  <a:cubicBezTo>
                    <a:pt x="311" y="97"/>
                    <a:pt x="309" y="100"/>
                    <a:pt x="304" y="102"/>
                  </a:cubicBezTo>
                  <a:cubicBezTo>
                    <a:pt x="307" y="103"/>
                    <a:pt x="310" y="103"/>
                    <a:pt x="312" y="104"/>
                  </a:cubicBezTo>
                  <a:cubicBezTo>
                    <a:pt x="314" y="105"/>
                    <a:pt x="317" y="106"/>
                    <a:pt x="321" y="109"/>
                  </a:cubicBezTo>
                  <a:cubicBezTo>
                    <a:pt x="331" y="115"/>
                    <a:pt x="331" y="115"/>
                    <a:pt x="331" y="115"/>
                  </a:cubicBezTo>
                  <a:cubicBezTo>
                    <a:pt x="319" y="121"/>
                    <a:pt x="319" y="121"/>
                    <a:pt x="319" y="121"/>
                  </a:cubicBezTo>
                  <a:cubicBezTo>
                    <a:pt x="307" y="114"/>
                    <a:pt x="307" y="114"/>
                    <a:pt x="307" y="114"/>
                  </a:cubicBezTo>
                  <a:cubicBezTo>
                    <a:pt x="302" y="112"/>
                    <a:pt x="300" y="110"/>
                    <a:pt x="298" y="109"/>
                  </a:cubicBezTo>
                  <a:cubicBezTo>
                    <a:pt x="297" y="109"/>
                    <a:pt x="295" y="109"/>
                    <a:pt x="294" y="109"/>
                  </a:cubicBezTo>
                  <a:cubicBezTo>
                    <a:pt x="293" y="109"/>
                    <a:pt x="291" y="110"/>
                    <a:pt x="289" y="111"/>
                  </a:cubicBezTo>
                  <a:cubicBezTo>
                    <a:pt x="286" y="112"/>
                    <a:pt x="286" y="112"/>
                    <a:pt x="286" y="112"/>
                  </a:cubicBezTo>
                  <a:cubicBezTo>
                    <a:pt x="295" y="131"/>
                    <a:pt x="295" y="131"/>
                    <a:pt x="295" y="131"/>
                  </a:cubicBezTo>
                  <a:cubicBezTo>
                    <a:pt x="285" y="136"/>
                    <a:pt x="285" y="136"/>
                    <a:pt x="285" y="136"/>
                  </a:cubicBezTo>
                  <a:cubicBezTo>
                    <a:pt x="264" y="89"/>
                    <a:pt x="264" y="89"/>
                    <a:pt x="264" y="89"/>
                  </a:cubicBezTo>
                  <a:lnTo>
                    <a:pt x="286" y="79"/>
                  </a:lnTo>
                  <a:close/>
                  <a:moveTo>
                    <a:pt x="250" y="96"/>
                  </a:moveTo>
                  <a:cubicBezTo>
                    <a:pt x="255" y="104"/>
                    <a:pt x="255" y="104"/>
                    <a:pt x="255" y="104"/>
                  </a:cubicBezTo>
                  <a:cubicBezTo>
                    <a:pt x="229" y="120"/>
                    <a:pt x="229" y="120"/>
                    <a:pt x="229" y="120"/>
                  </a:cubicBezTo>
                  <a:cubicBezTo>
                    <a:pt x="235" y="130"/>
                    <a:pt x="235" y="130"/>
                    <a:pt x="235" y="130"/>
                  </a:cubicBezTo>
                  <a:cubicBezTo>
                    <a:pt x="259" y="115"/>
                    <a:pt x="259" y="115"/>
                    <a:pt x="259" y="115"/>
                  </a:cubicBezTo>
                  <a:cubicBezTo>
                    <a:pt x="264" y="122"/>
                    <a:pt x="264" y="122"/>
                    <a:pt x="264" y="122"/>
                  </a:cubicBezTo>
                  <a:cubicBezTo>
                    <a:pt x="240" y="137"/>
                    <a:pt x="240" y="137"/>
                    <a:pt x="240" y="137"/>
                  </a:cubicBezTo>
                  <a:cubicBezTo>
                    <a:pt x="247" y="149"/>
                    <a:pt x="247" y="149"/>
                    <a:pt x="247" y="149"/>
                  </a:cubicBezTo>
                  <a:cubicBezTo>
                    <a:pt x="274" y="132"/>
                    <a:pt x="274" y="132"/>
                    <a:pt x="274" y="132"/>
                  </a:cubicBezTo>
                  <a:cubicBezTo>
                    <a:pt x="278" y="139"/>
                    <a:pt x="278" y="139"/>
                    <a:pt x="278" y="139"/>
                  </a:cubicBezTo>
                  <a:cubicBezTo>
                    <a:pt x="242" y="162"/>
                    <a:pt x="242" y="162"/>
                    <a:pt x="242" y="162"/>
                  </a:cubicBezTo>
                  <a:cubicBezTo>
                    <a:pt x="214" y="119"/>
                    <a:pt x="214" y="119"/>
                    <a:pt x="214" y="119"/>
                  </a:cubicBezTo>
                  <a:lnTo>
                    <a:pt x="250" y="96"/>
                  </a:lnTo>
                  <a:close/>
                  <a:moveTo>
                    <a:pt x="175" y="151"/>
                  </a:moveTo>
                  <a:cubicBezTo>
                    <a:pt x="210" y="171"/>
                    <a:pt x="210" y="171"/>
                    <a:pt x="210" y="171"/>
                  </a:cubicBezTo>
                  <a:cubicBezTo>
                    <a:pt x="196" y="133"/>
                    <a:pt x="196" y="133"/>
                    <a:pt x="196" y="133"/>
                  </a:cubicBezTo>
                  <a:cubicBezTo>
                    <a:pt x="206" y="125"/>
                    <a:pt x="206" y="125"/>
                    <a:pt x="206" y="125"/>
                  </a:cubicBezTo>
                  <a:cubicBezTo>
                    <a:pt x="223" y="177"/>
                    <a:pt x="223" y="177"/>
                    <a:pt x="223" y="177"/>
                  </a:cubicBezTo>
                  <a:cubicBezTo>
                    <a:pt x="214" y="185"/>
                    <a:pt x="214" y="185"/>
                    <a:pt x="214" y="185"/>
                  </a:cubicBezTo>
                  <a:cubicBezTo>
                    <a:pt x="165" y="159"/>
                    <a:pt x="165" y="159"/>
                    <a:pt x="165" y="159"/>
                  </a:cubicBezTo>
                  <a:lnTo>
                    <a:pt x="175" y="151"/>
                  </a:lnTo>
                  <a:close/>
                  <a:moveTo>
                    <a:pt x="160" y="165"/>
                  </a:moveTo>
                  <a:cubicBezTo>
                    <a:pt x="197" y="201"/>
                    <a:pt x="197" y="201"/>
                    <a:pt x="197" y="201"/>
                  </a:cubicBezTo>
                  <a:cubicBezTo>
                    <a:pt x="189" y="209"/>
                    <a:pt x="189" y="209"/>
                    <a:pt x="189" y="209"/>
                  </a:cubicBezTo>
                  <a:cubicBezTo>
                    <a:pt x="152" y="174"/>
                    <a:pt x="152" y="174"/>
                    <a:pt x="152" y="174"/>
                  </a:cubicBezTo>
                  <a:lnTo>
                    <a:pt x="160" y="165"/>
                  </a:lnTo>
                  <a:close/>
                  <a:moveTo>
                    <a:pt x="121" y="211"/>
                  </a:moveTo>
                  <a:cubicBezTo>
                    <a:pt x="163" y="214"/>
                    <a:pt x="163" y="214"/>
                    <a:pt x="163" y="214"/>
                  </a:cubicBezTo>
                  <a:cubicBezTo>
                    <a:pt x="135" y="193"/>
                    <a:pt x="135" y="193"/>
                    <a:pt x="135" y="193"/>
                  </a:cubicBezTo>
                  <a:cubicBezTo>
                    <a:pt x="142" y="184"/>
                    <a:pt x="142" y="184"/>
                    <a:pt x="142" y="184"/>
                  </a:cubicBezTo>
                  <a:cubicBezTo>
                    <a:pt x="182" y="216"/>
                    <a:pt x="182" y="216"/>
                    <a:pt x="182" y="216"/>
                  </a:cubicBezTo>
                  <a:cubicBezTo>
                    <a:pt x="175" y="225"/>
                    <a:pt x="175" y="225"/>
                    <a:pt x="175" y="225"/>
                  </a:cubicBezTo>
                  <a:cubicBezTo>
                    <a:pt x="134" y="222"/>
                    <a:pt x="134" y="222"/>
                    <a:pt x="134" y="222"/>
                  </a:cubicBezTo>
                  <a:cubicBezTo>
                    <a:pt x="161" y="243"/>
                    <a:pt x="161" y="243"/>
                    <a:pt x="161" y="243"/>
                  </a:cubicBezTo>
                  <a:cubicBezTo>
                    <a:pt x="155" y="252"/>
                    <a:pt x="155" y="252"/>
                    <a:pt x="155" y="252"/>
                  </a:cubicBezTo>
                  <a:cubicBezTo>
                    <a:pt x="114" y="220"/>
                    <a:pt x="114" y="220"/>
                    <a:pt x="114" y="220"/>
                  </a:cubicBezTo>
                  <a:lnTo>
                    <a:pt x="121" y="211"/>
                  </a:lnTo>
                  <a:close/>
                  <a:moveTo>
                    <a:pt x="88" y="264"/>
                  </a:moveTo>
                  <a:cubicBezTo>
                    <a:pt x="112" y="278"/>
                    <a:pt x="112" y="278"/>
                    <a:pt x="112" y="278"/>
                  </a:cubicBezTo>
                  <a:cubicBezTo>
                    <a:pt x="116" y="280"/>
                    <a:pt x="119" y="281"/>
                    <a:pt x="120" y="281"/>
                  </a:cubicBezTo>
                  <a:cubicBezTo>
                    <a:pt x="122" y="282"/>
                    <a:pt x="124" y="282"/>
                    <a:pt x="126" y="281"/>
                  </a:cubicBezTo>
                  <a:cubicBezTo>
                    <a:pt x="128" y="280"/>
                    <a:pt x="130" y="278"/>
                    <a:pt x="132" y="275"/>
                  </a:cubicBezTo>
                  <a:cubicBezTo>
                    <a:pt x="133" y="272"/>
                    <a:pt x="134" y="270"/>
                    <a:pt x="134" y="268"/>
                  </a:cubicBezTo>
                  <a:cubicBezTo>
                    <a:pt x="134" y="266"/>
                    <a:pt x="133" y="264"/>
                    <a:pt x="131" y="263"/>
                  </a:cubicBezTo>
                  <a:cubicBezTo>
                    <a:pt x="130" y="262"/>
                    <a:pt x="127" y="260"/>
                    <a:pt x="124" y="258"/>
                  </a:cubicBezTo>
                  <a:cubicBezTo>
                    <a:pt x="99" y="244"/>
                    <a:pt x="99" y="244"/>
                    <a:pt x="99" y="244"/>
                  </a:cubicBezTo>
                  <a:cubicBezTo>
                    <a:pt x="104" y="234"/>
                    <a:pt x="104" y="234"/>
                    <a:pt x="104" y="234"/>
                  </a:cubicBezTo>
                  <a:cubicBezTo>
                    <a:pt x="128" y="248"/>
                    <a:pt x="128" y="248"/>
                    <a:pt x="128" y="248"/>
                  </a:cubicBezTo>
                  <a:cubicBezTo>
                    <a:pt x="134" y="251"/>
                    <a:pt x="137" y="253"/>
                    <a:pt x="139" y="255"/>
                  </a:cubicBezTo>
                  <a:cubicBezTo>
                    <a:pt x="141" y="257"/>
                    <a:pt x="142" y="259"/>
                    <a:pt x="143" y="261"/>
                  </a:cubicBezTo>
                  <a:cubicBezTo>
                    <a:pt x="144" y="263"/>
                    <a:pt x="144" y="266"/>
                    <a:pt x="144" y="269"/>
                  </a:cubicBezTo>
                  <a:cubicBezTo>
                    <a:pt x="143" y="272"/>
                    <a:pt x="142" y="275"/>
                    <a:pt x="140" y="279"/>
                  </a:cubicBezTo>
                  <a:cubicBezTo>
                    <a:pt x="137" y="284"/>
                    <a:pt x="134" y="287"/>
                    <a:pt x="132" y="289"/>
                  </a:cubicBezTo>
                  <a:cubicBezTo>
                    <a:pt x="130" y="291"/>
                    <a:pt x="127" y="292"/>
                    <a:pt x="125" y="293"/>
                  </a:cubicBezTo>
                  <a:cubicBezTo>
                    <a:pt x="123" y="293"/>
                    <a:pt x="120" y="293"/>
                    <a:pt x="118" y="293"/>
                  </a:cubicBezTo>
                  <a:cubicBezTo>
                    <a:pt x="115" y="292"/>
                    <a:pt x="111" y="290"/>
                    <a:pt x="106" y="287"/>
                  </a:cubicBezTo>
                  <a:cubicBezTo>
                    <a:pt x="82" y="274"/>
                    <a:pt x="82" y="274"/>
                    <a:pt x="82" y="274"/>
                  </a:cubicBezTo>
                  <a:lnTo>
                    <a:pt x="88" y="264"/>
                  </a:lnTo>
                  <a:close/>
                  <a:moveTo>
                    <a:pt x="45" y="402"/>
                  </a:moveTo>
                  <a:cubicBezTo>
                    <a:pt x="82" y="384"/>
                    <a:pt x="82" y="384"/>
                    <a:pt x="82" y="384"/>
                  </a:cubicBezTo>
                  <a:cubicBezTo>
                    <a:pt x="48" y="379"/>
                    <a:pt x="48" y="379"/>
                    <a:pt x="48" y="379"/>
                  </a:cubicBezTo>
                  <a:cubicBezTo>
                    <a:pt x="50" y="368"/>
                    <a:pt x="50" y="368"/>
                    <a:pt x="50" y="368"/>
                  </a:cubicBezTo>
                  <a:cubicBezTo>
                    <a:pt x="101" y="376"/>
                    <a:pt x="101" y="376"/>
                    <a:pt x="101" y="376"/>
                  </a:cubicBezTo>
                  <a:cubicBezTo>
                    <a:pt x="99" y="387"/>
                    <a:pt x="99" y="387"/>
                    <a:pt x="99" y="387"/>
                  </a:cubicBezTo>
                  <a:cubicBezTo>
                    <a:pt x="62" y="405"/>
                    <a:pt x="62" y="405"/>
                    <a:pt x="62" y="405"/>
                  </a:cubicBezTo>
                  <a:cubicBezTo>
                    <a:pt x="95" y="410"/>
                    <a:pt x="95" y="410"/>
                    <a:pt x="95" y="410"/>
                  </a:cubicBezTo>
                  <a:cubicBezTo>
                    <a:pt x="94" y="421"/>
                    <a:pt x="94" y="421"/>
                    <a:pt x="94" y="421"/>
                  </a:cubicBezTo>
                  <a:cubicBezTo>
                    <a:pt x="43" y="413"/>
                    <a:pt x="43" y="413"/>
                    <a:pt x="43" y="413"/>
                  </a:cubicBezTo>
                  <a:lnTo>
                    <a:pt x="45" y="402"/>
                  </a:lnTo>
                  <a:close/>
                  <a:moveTo>
                    <a:pt x="42" y="427"/>
                  </a:moveTo>
                  <a:cubicBezTo>
                    <a:pt x="94" y="430"/>
                    <a:pt x="94" y="430"/>
                    <a:pt x="94" y="430"/>
                  </a:cubicBezTo>
                  <a:cubicBezTo>
                    <a:pt x="93" y="441"/>
                    <a:pt x="93" y="441"/>
                    <a:pt x="93" y="441"/>
                  </a:cubicBezTo>
                  <a:cubicBezTo>
                    <a:pt x="42" y="439"/>
                    <a:pt x="42" y="439"/>
                    <a:pt x="42" y="439"/>
                  </a:cubicBezTo>
                  <a:lnTo>
                    <a:pt x="42" y="427"/>
                  </a:lnTo>
                  <a:close/>
                  <a:moveTo>
                    <a:pt x="43" y="487"/>
                  </a:moveTo>
                  <a:cubicBezTo>
                    <a:pt x="63" y="486"/>
                    <a:pt x="63" y="486"/>
                    <a:pt x="63" y="486"/>
                  </a:cubicBezTo>
                  <a:cubicBezTo>
                    <a:pt x="62" y="464"/>
                    <a:pt x="62" y="464"/>
                    <a:pt x="62" y="464"/>
                  </a:cubicBezTo>
                  <a:cubicBezTo>
                    <a:pt x="42" y="465"/>
                    <a:pt x="42" y="465"/>
                    <a:pt x="42" y="465"/>
                  </a:cubicBezTo>
                  <a:cubicBezTo>
                    <a:pt x="41" y="453"/>
                    <a:pt x="41" y="453"/>
                    <a:pt x="41" y="453"/>
                  </a:cubicBezTo>
                  <a:cubicBezTo>
                    <a:pt x="92" y="450"/>
                    <a:pt x="92" y="450"/>
                    <a:pt x="92" y="450"/>
                  </a:cubicBezTo>
                  <a:cubicBezTo>
                    <a:pt x="93" y="462"/>
                    <a:pt x="93" y="462"/>
                    <a:pt x="93" y="462"/>
                  </a:cubicBezTo>
                  <a:cubicBezTo>
                    <a:pt x="71" y="463"/>
                    <a:pt x="71" y="463"/>
                    <a:pt x="71" y="463"/>
                  </a:cubicBezTo>
                  <a:cubicBezTo>
                    <a:pt x="72" y="486"/>
                    <a:pt x="72" y="486"/>
                    <a:pt x="72" y="486"/>
                  </a:cubicBezTo>
                  <a:cubicBezTo>
                    <a:pt x="94" y="484"/>
                    <a:pt x="94" y="484"/>
                    <a:pt x="94" y="484"/>
                  </a:cubicBezTo>
                  <a:cubicBezTo>
                    <a:pt x="95" y="496"/>
                    <a:pt x="95" y="496"/>
                    <a:pt x="95" y="496"/>
                  </a:cubicBezTo>
                  <a:cubicBezTo>
                    <a:pt x="43" y="499"/>
                    <a:pt x="43" y="499"/>
                    <a:pt x="43" y="499"/>
                  </a:cubicBezTo>
                  <a:lnTo>
                    <a:pt x="43" y="487"/>
                  </a:lnTo>
                  <a:close/>
                  <a:moveTo>
                    <a:pt x="98" y="546"/>
                  </a:moveTo>
                  <a:cubicBezTo>
                    <a:pt x="95" y="551"/>
                    <a:pt x="89" y="555"/>
                    <a:pt x="81" y="557"/>
                  </a:cubicBezTo>
                  <a:cubicBezTo>
                    <a:pt x="73" y="559"/>
                    <a:pt x="66" y="558"/>
                    <a:pt x="60" y="554"/>
                  </a:cubicBezTo>
                  <a:cubicBezTo>
                    <a:pt x="54" y="550"/>
                    <a:pt x="51" y="544"/>
                    <a:pt x="49" y="536"/>
                  </a:cubicBezTo>
                  <a:cubicBezTo>
                    <a:pt x="48" y="529"/>
                    <a:pt x="48" y="523"/>
                    <a:pt x="51" y="518"/>
                  </a:cubicBezTo>
                  <a:cubicBezTo>
                    <a:pt x="53" y="515"/>
                    <a:pt x="55" y="513"/>
                    <a:pt x="59" y="511"/>
                  </a:cubicBezTo>
                  <a:cubicBezTo>
                    <a:pt x="64" y="521"/>
                    <a:pt x="64" y="521"/>
                    <a:pt x="64" y="521"/>
                  </a:cubicBezTo>
                  <a:cubicBezTo>
                    <a:pt x="61" y="523"/>
                    <a:pt x="60" y="524"/>
                    <a:pt x="58" y="527"/>
                  </a:cubicBezTo>
                  <a:cubicBezTo>
                    <a:pt x="57" y="529"/>
                    <a:pt x="57" y="532"/>
                    <a:pt x="58" y="535"/>
                  </a:cubicBezTo>
                  <a:cubicBezTo>
                    <a:pt x="59" y="539"/>
                    <a:pt x="61" y="542"/>
                    <a:pt x="64" y="544"/>
                  </a:cubicBezTo>
                  <a:cubicBezTo>
                    <a:pt x="67" y="546"/>
                    <a:pt x="72" y="547"/>
                    <a:pt x="78" y="545"/>
                  </a:cubicBezTo>
                  <a:cubicBezTo>
                    <a:pt x="84" y="544"/>
                    <a:pt x="89" y="542"/>
                    <a:pt x="91" y="539"/>
                  </a:cubicBezTo>
                  <a:cubicBezTo>
                    <a:pt x="93" y="536"/>
                    <a:pt x="94" y="532"/>
                    <a:pt x="93" y="528"/>
                  </a:cubicBezTo>
                  <a:cubicBezTo>
                    <a:pt x="92" y="525"/>
                    <a:pt x="91" y="522"/>
                    <a:pt x="89" y="521"/>
                  </a:cubicBezTo>
                  <a:cubicBezTo>
                    <a:pt x="86" y="519"/>
                    <a:pt x="83" y="518"/>
                    <a:pt x="79" y="518"/>
                  </a:cubicBezTo>
                  <a:cubicBezTo>
                    <a:pt x="80" y="506"/>
                    <a:pt x="80" y="506"/>
                    <a:pt x="80" y="506"/>
                  </a:cubicBezTo>
                  <a:cubicBezTo>
                    <a:pt x="86" y="507"/>
                    <a:pt x="91" y="509"/>
                    <a:pt x="94" y="512"/>
                  </a:cubicBezTo>
                  <a:cubicBezTo>
                    <a:pt x="98" y="515"/>
                    <a:pt x="100" y="520"/>
                    <a:pt x="101" y="526"/>
                  </a:cubicBezTo>
                  <a:cubicBezTo>
                    <a:pt x="103" y="533"/>
                    <a:pt x="102" y="540"/>
                    <a:pt x="98" y="546"/>
                  </a:cubicBezTo>
                  <a:close/>
                  <a:moveTo>
                    <a:pt x="115" y="330"/>
                  </a:moveTo>
                  <a:cubicBezTo>
                    <a:pt x="102" y="331"/>
                    <a:pt x="102" y="331"/>
                    <a:pt x="102" y="331"/>
                  </a:cubicBezTo>
                  <a:cubicBezTo>
                    <a:pt x="95" y="353"/>
                    <a:pt x="95" y="353"/>
                    <a:pt x="95" y="353"/>
                  </a:cubicBezTo>
                  <a:cubicBezTo>
                    <a:pt x="105" y="361"/>
                    <a:pt x="105" y="361"/>
                    <a:pt x="105" y="361"/>
                  </a:cubicBezTo>
                  <a:cubicBezTo>
                    <a:pt x="101" y="373"/>
                    <a:pt x="101" y="373"/>
                    <a:pt x="101" y="373"/>
                  </a:cubicBezTo>
                  <a:cubicBezTo>
                    <a:pt x="59" y="336"/>
                    <a:pt x="59" y="336"/>
                    <a:pt x="59" y="336"/>
                  </a:cubicBezTo>
                  <a:cubicBezTo>
                    <a:pt x="62" y="324"/>
                    <a:pt x="62" y="324"/>
                    <a:pt x="62" y="324"/>
                  </a:cubicBezTo>
                  <a:cubicBezTo>
                    <a:pt x="118" y="318"/>
                    <a:pt x="118" y="318"/>
                    <a:pt x="118" y="318"/>
                  </a:cubicBezTo>
                  <a:lnTo>
                    <a:pt x="115" y="330"/>
                  </a:lnTo>
                  <a:close/>
                  <a:moveTo>
                    <a:pt x="252" y="762"/>
                  </a:moveTo>
                  <a:cubicBezTo>
                    <a:pt x="252" y="763"/>
                    <a:pt x="251" y="764"/>
                    <a:pt x="250" y="764"/>
                  </a:cubicBezTo>
                  <a:cubicBezTo>
                    <a:pt x="248" y="765"/>
                    <a:pt x="239" y="763"/>
                    <a:pt x="238" y="764"/>
                  </a:cubicBezTo>
                  <a:cubicBezTo>
                    <a:pt x="233" y="764"/>
                    <a:pt x="232" y="764"/>
                    <a:pt x="231" y="766"/>
                  </a:cubicBezTo>
                  <a:cubicBezTo>
                    <a:pt x="231" y="767"/>
                    <a:pt x="231" y="770"/>
                    <a:pt x="229" y="770"/>
                  </a:cubicBezTo>
                  <a:cubicBezTo>
                    <a:pt x="227" y="769"/>
                    <a:pt x="222" y="768"/>
                    <a:pt x="219" y="768"/>
                  </a:cubicBezTo>
                  <a:cubicBezTo>
                    <a:pt x="218" y="768"/>
                    <a:pt x="217" y="768"/>
                    <a:pt x="216" y="768"/>
                  </a:cubicBezTo>
                  <a:cubicBezTo>
                    <a:pt x="205" y="781"/>
                    <a:pt x="197" y="792"/>
                    <a:pt x="185" y="804"/>
                  </a:cubicBezTo>
                  <a:cubicBezTo>
                    <a:pt x="185" y="804"/>
                    <a:pt x="183" y="805"/>
                    <a:pt x="183" y="805"/>
                  </a:cubicBezTo>
                  <a:cubicBezTo>
                    <a:pt x="191" y="792"/>
                    <a:pt x="199" y="779"/>
                    <a:pt x="208" y="766"/>
                  </a:cubicBezTo>
                  <a:cubicBezTo>
                    <a:pt x="209" y="764"/>
                    <a:pt x="208" y="763"/>
                    <a:pt x="208" y="763"/>
                  </a:cubicBezTo>
                  <a:cubicBezTo>
                    <a:pt x="207" y="761"/>
                    <a:pt x="210" y="758"/>
                    <a:pt x="212" y="758"/>
                  </a:cubicBezTo>
                  <a:cubicBezTo>
                    <a:pt x="212" y="758"/>
                    <a:pt x="213" y="758"/>
                    <a:pt x="214" y="758"/>
                  </a:cubicBezTo>
                  <a:cubicBezTo>
                    <a:pt x="219" y="750"/>
                    <a:pt x="219" y="750"/>
                    <a:pt x="221" y="747"/>
                  </a:cubicBezTo>
                  <a:cubicBezTo>
                    <a:pt x="219" y="746"/>
                    <a:pt x="211" y="743"/>
                    <a:pt x="213" y="741"/>
                  </a:cubicBezTo>
                  <a:cubicBezTo>
                    <a:pt x="214" y="741"/>
                    <a:pt x="216" y="741"/>
                    <a:pt x="218" y="741"/>
                  </a:cubicBezTo>
                  <a:cubicBezTo>
                    <a:pt x="220" y="742"/>
                    <a:pt x="222" y="742"/>
                    <a:pt x="223" y="743"/>
                  </a:cubicBezTo>
                  <a:cubicBezTo>
                    <a:pt x="227" y="739"/>
                    <a:pt x="229" y="736"/>
                    <a:pt x="231" y="731"/>
                  </a:cubicBezTo>
                  <a:cubicBezTo>
                    <a:pt x="231" y="730"/>
                    <a:pt x="234" y="726"/>
                    <a:pt x="233" y="726"/>
                  </a:cubicBezTo>
                  <a:cubicBezTo>
                    <a:pt x="233" y="724"/>
                    <a:pt x="233" y="724"/>
                    <a:pt x="233" y="723"/>
                  </a:cubicBezTo>
                  <a:cubicBezTo>
                    <a:pt x="237" y="725"/>
                    <a:pt x="239" y="727"/>
                    <a:pt x="239" y="731"/>
                  </a:cubicBezTo>
                  <a:cubicBezTo>
                    <a:pt x="239" y="731"/>
                    <a:pt x="239" y="734"/>
                    <a:pt x="239" y="735"/>
                  </a:cubicBezTo>
                  <a:cubicBezTo>
                    <a:pt x="236" y="738"/>
                    <a:pt x="234" y="742"/>
                    <a:pt x="231" y="745"/>
                  </a:cubicBezTo>
                  <a:cubicBezTo>
                    <a:pt x="232" y="746"/>
                    <a:pt x="233" y="746"/>
                    <a:pt x="234" y="746"/>
                  </a:cubicBezTo>
                  <a:cubicBezTo>
                    <a:pt x="237" y="748"/>
                    <a:pt x="239" y="748"/>
                    <a:pt x="242" y="750"/>
                  </a:cubicBezTo>
                  <a:cubicBezTo>
                    <a:pt x="243" y="749"/>
                    <a:pt x="244" y="750"/>
                    <a:pt x="244" y="749"/>
                  </a:cubicBezTo>
                  <a:cubicBezTo>
                    <a:pt x="252" y="753"/>
                    <a:pt x="253" y="761"/>
                    <a:pt x="252" y="762"/>
                  </a:cubicBezTo>
                  <a:close/>
                  <a:moveTo>
                    <a:pt x="189" y="735"/>
                  </a:moveTo>
                  <a:cubicBezTo>
                    <a:pt x="192" y="737"/>
                    <a:pt x="195" y="739"/>
                    <a:pt x="196" y="742"/>
                  </a:cubicBezTo>
                  <a:cubicBezTo>
                    <a:pt x="197" y="743"/>
                    <a:pt x="201" y="748"/>
                    <a:pt x="203" y="754"/>
                  </a:cubicBezTo>
                  <a:cubicBezTo>
                    <a:pt x="204" y="757"/>
                    <a:pt x="205" y="758"/>
                    <a:pt x="204" y="761"/>
                  </a:cubicBezTo>
                  <a:cubicBezTo>
                    <a:pt x="199" y="758"/>
                    <a:pt x="200" y="757"/>
                    <a:pt x="198" y="752"/>
                  </a:cubicBezTo>
                  <a:cubicBezTo>
                    <a:pt x="198" y="750"/>
                    <a:pt x="197" y="748"/>
                    <a:pt x="193" y="744"/>
                  </a:cubicBezTo>
                  <a:cubicBezTo>
                    <a:pt x="193" y="742"/>
                    <a:pt x="189" y="738"/>
                    <a:pt x="189" y="735"/>
                  </a:cubicBezTo>
                  <a:close/>
                  <a:moveTo>
                    <a:pt x="262" y="820"/>
                  </a:moveTo>
                  <a:cubicBezTo>
                    <a:pt x="262" y="818"/>
                    <a:pt x="260" y="817"/>
                    <a:pt x="260" y="815"/>
                  </a:cubicBezTo>
                  <a:cubicBezTo>
                    <a:pt x="266" y="807"/>
                    <a:pt x="274" y="789"/>
                    <a:pt x="281" y="779"/>
                  </a:cubicBezTo>
                  <a:cubicBezTo>
                    <a:pt x="282" y="777"/>
                    <a:pt x="283" y="776"/>
                    <a:pt x="284" y="776"/>
                  </a:cubicBezTo>
                  <a:cubicBezTo>
                    <a:pt x="284" y="777"/>
                    <a:pt x="285" y="777"/>
                    <a:pt x="283" y="781"/>
                  </a:cubicBezTo>
                  <a:cubicBezTo>
                    <a:pt x="283" y="782"/>
                    <a:pt x="263" y="819"/>
                    <a:pt x="265" y="821"/>
                  </a:cubicBezTo>
                  <a:cubicBezTo>
                    <a:pt x="263" y="821"/>
                    <a:pt x="263" y="821"/>
                    <a:pt x="262" y="820"/>
                  </a:cubicBezTo>
                  <a:close/>
                  <a:moveTo>
                    <a:pt x="289" y="829"/>
                  </a:moveTo>
                  <a:cubicBezTo>
                    <a:pt x="288" y="830"/>
                    <a:pt x="288" y="830"/>
                    <a:pt x="287" y="830"/>
                  </a:cubicBezTo>
                  <a:cubicBezTo>
                    <a:pt x="286" y="830"/>
                    <a:pt x="284" y="829"/>
                    <a:pt x="282" y="828"/>
                  </a:cubicBezTo>
                  <a:cubicBezTo>
                    <a:pt x="280" y="826"/>
                    <a:pt x="275" y="818"/>
                    <a:pt x="276" y="816"/>
                  </a:cubicBezTo>
                  <a:cubicBezTo>
                    <a:pt x="276" y="816"/>
                    <a:pt x="276" y="816"/>
                    <a:pt x="276" y="816"/>
                  </a:cubicBezTo>
                  <a:cubicBezTo>
                    <a:pt x="278" y="822"/>
                    <a:pt x="286" y="820"/>
                    <a:pt x="294" y="818"/>
                  </a:cubicBezTo>
                  <a:cubicBezTo>
                    <a:pt x="300" y="816"/>
                    <a:pt x="305" y="813"/>
                    <a:pt x="305" y="812"/>
                  </a:cubicBezTo>
                  <a:cubicBezTo>
                    <a:pt x="305" y="811"/>
                    <a:pt x="305" y="810"/>
                    <a:pt x="304" y="809"/>
                  </a:cubicBezTo>
                  <a:cubicBezTo>
                    <a:pt x="304" y="810"/>
                    <a:pt x="301" y="811"/>
                    <a:pt x="297" y="812"/>
                  </a:cubicBezTo>
                  <a:cubicBezTo>
                    <a:pt x="288" y="814"/>
                    <a:pt x="275" y="816"/>
                    <a:pt x="273" y="815"/>
                  </a:cubicBezTo>
                  <a:cubicBezTo>
                    <a:pt x="270" y="814"/>
                    <a:pt x="270" y="813"/>
                    <a:pt x="273" y="809"/>
                  </a:cubicBezTo>
                  <a:cubicBezTo>
                    <a:pt x="279" y="807"/>
                    <a:pt x="290" y="805"/>
                    <a:pt x="297" y="802"/>
                  </a:cubicBezTo>
                  <a:cubicBezTo>
                    <a:pt x="297" y="801"/>
                    <a:pt x="299" y="801"/>
                    <a:pt x="298" y="799"/>
                  </a:cubicBezTo>
                  <a:cubicBezTo>
                    <a:pt x="295" y="800"/>
                    <a:pt x="286" y="801"/>
                    <a:pt x="284" y="801"/>
                  </a:cubicBezTo>
                  <a:cubicBezTo>
                    <a:pt x="281" y="798"/>
                    <a:pt x="283" y="795"/>
                    <a:pt x="284" y="792"/>
                  </a:cubicBezTo>
                  <a:cubicBezTo>
                    <a:pt x="285" y="792"/>
                    <a:pt x="284" y="792"/>
                    <a:pt x="285" y="792"/>
                  </a:cubicBezTo>
                  <a:cubicBezTo>
                    <a:pt x="287" y="794"/>
                    <a:pt x="294" y="792"/>
                    <a:pt x="295" y="791"/>
                  </a:cubicBezTo>
                  <a:cubicBezTo>
                    <a:pt x="294" y="789"/>
                    <a:pt x="292" y="784"/>
                    <a:pt x="293" y="785"/>
                  </a:cubicBezTo>
                  <a:cubicBezTo>
                    <a:pt x="295" y="786"/>
                    <a:pt x="295" y="787"/>
                    <a:pt x="298" y="787"/>
                  </a:cubicBezTo>
                  <a:cubicBezTo>
                    <a:pt x="298" y="787"/>
                    <a:pt x="299" y="787"/>
                    <a:pt x="298" y="787"/>
                  </a:cubicBezTo>
                  <a:cubicBezTo>
                    <a:pt x="297" y="786"/>
                    <a:pt x="295" y="785"/>
                    <a:pt x="295" y="784"/>
                  </a:cubicBezTo>
                  <a:cubicBezTo>
                    <a:pt x="296" y="782"/>
                    <a:pt x="298" y="782"/>
                    <a:pt x="299" y="783"/>
                  </a:cubicBezTo>
                  <a:cubicBezTo>
                    <a:pt x="301" y="784"/>
                    <a:pt x="308" y="789"/>
                    <a:pt x="308" y="789"/>
                  </a:cubicBezTo>
                  <a:cubicBezTo>
                    <a:pt x="309" y="790"/>
                    <a:pt x="309" y="790"/>
                    <a:pt x="309" y="790"/>
                  </a:cubicBezTo>
                  <a:cubicBezTo>
                    <a:pt x="310" y="791"/>
                    <a:pt x="310" y="792"/>
                    <a:pt x="310" y="793"/>
                  </a:cubicBezTo>
                  <a:cubicBezTo>
                    <a:pt x="310" y="796"/>
                    <a:pt x="308" y="797"/>
                    <a:pt x="305" y="797"/>
                  </a:cubicBezTo>
                  <a:cubicBezTo>
                    <a:pt x="306" y="802"/>
                    <a:pt x="306" y="806"/>
                    <a:pt x="309" y="811"/>
                  </a:cubicBezTo>
                  <a:cubicBezTo>
                    <a:pt x="311" y="809"/>
                    <a:pt x="313" y="809"/>
                    <a:pt x="313" y="808"/>
                  </a:cubicBezTo>
                  <a:cubicBezTo>
                    <a:pt x="316" y="810"/>
                    <a:pt x="317" y="811"/>
                    <a:pt x="317" y="814"/>
                  </a:cubicBezTo>
                  <a:cubicBezTo>
                    <a:pt x="315" y="818"/>
                    <a:pt x="310" y="817"/>
                    <a:pt x="309" y="819"/>
                  </a:cubicBezTo>
                  <a:cubicBezTo>
                    <a:pt x="308" y="823"/>
                    <a:pt x="309" y="831"/>
                    <a:pt x="307" y="834"/>
                  </a:cubicBezTo>
                  <a:cubicBezTo>
                    <a:pt x="307" y="835"/>
                    <a:pt x="306" y="835"/>
                    <a:pt x="305" y="834"/>
                  </a:cubicBezTo>
                  <a:cubicBezTo>
                    <a:pt x="304" y="831"/>
                    <a:pt x="305" y="824"/>
                    <a:pt x="305" y="820"/>
                  </a:cubicBezTo>
                  <a:cubicBezTo>
                    <a:pt x="303" y="821"/>
                    <a:pt x="299" y="823"/>
                    <a:pt x="295" y="823"/>
                  </a:cubicBezTo>
                  <a:cubicBezTo>
                    <a:pt x="295" y="824"/>
                    <a:pt x="295" y="824"/>
                    <a:pt x="295" y="825"/>
                  </a:cubicBezTo>
                  <a:cubicBezTo>
                    <a:pt x="297" y="826"/>
                    <a:pt x="297" y="827"/>
                    <a:pt x="298" y="828"/>
                  </a:cubicBezTo>
                  <a:cubicBezTo>
                    <a:pt x="298" y="829"/>
                    <a:pt x="296" y="830"/>
                    <a:pt x="296" y="831"/>
                  </a:cubicBezTo>
                  <a:cubicBezTo>
                    <a:pt x="295" y="831"/>
                    <a:pt x="293" y="830"/>
                    <a:pt x="291" y="829"/>
                  </a:cubicBezTo>
                  <a:cubicBezTo>
                    <a:pt x="290" y="829"/>
                    <a:pt x="289" y="829"/>
                    <a:pt x="289" y="829"/>
                  </a:cubicBezTo>
                  <a:close/>
                  <a:moveTo>
                    <a:pt x="317" y="787"/>
                  </a:moveTo>
                  <a:cubicBezTo>
                    <a:pt x="317" y="785"/>
                    <a:pt x="319" y="786"/>
                    <a:pt x="320" y="786"/>
                  </a:cubicBezTo>
                  <a:cubicBezTo>
                    <a:pt x="323" y="788"/>
                    <a:pt x="325" y="789"/>
                    <a:pt x="326" y="794"/>
                  </a:cubicBezTo>
                  <a:cubicBezTo>
                    <a:pt x="326" y="795"/>
                    <a:pt x="326" y="796"/>
                    <a:pt x="325" y="798"/>
                  </a:cubicBezTo>
                  <a:cubicBezTo>
                    <a:pt x="323" y="798"/>
                    <a:pt x="319" y="798"/>
                    <a:pt x="319" y="795"/>
                  </a:cubicBezTo>
                  <a:cubicBezTo>
                    <a:pt x="318" y="793"/>
                    <a:pt x="316" y="788"/>
                    <a:pt x="317" y="787"/>
                  </a:cubicBezTo>
                  <a:close/>
                  <a:moveTo>
                    <a:pt x="341" y="802"/>
                  </a:moveTo>
                  <a:cubicBezTo>
                    <a:pt x="334" y="803"/>
                    <a:pt x="319" y="845"/>
                    <a:pt x="312" y="854"/>
                  </a:cubicBezTo>
                  <a:cubicBezTo>
                    <a:pt x="308" y="861"/>
                    <a:pt x="306" y="861"/>
                    <a:pt x="303" y="858"/>
                  </a:cubicBezTo>
                  <a:cubicBezTo>
                    <a:pt x="299" y="854"/>
                    <a:pt x="294" y="836"/>
                    <a:pt x="295" y="832"/>
                  </a:cubicBezTo>
                  <a:cubicBezTo>
                    <a:pt x="296" y="833"/>
                    <a:pt x="297" y="836"/>
                    <a:pt x="297" y="837"/>
                  </a:cubicBezTo>
                  <a:cubicBezTo>
                    <a:pt x="298" y="836"/>
                    <a:pt x="297" y="836"/>
                    <a:pt x="298" y="835"/>
                  </a:cubicBezTo>
                  <a:cubicBezTo>
                    <a:pt x="299" y="838"/>
                    <a:pt x="303" y="846"/>
                    <a:pt x="304" y="847"/>
                  </a:cubicBezTo>
                  <a:cubicBezTo>
                    <a:pt x="307" y="849"/>
                    <a:pt x="308" y="844"/>
                    <a:pt x="310" y="842"/>
                  </a:cubicBezTo>
                  <a:cubicBezTo>
                    <a:pt x="314" y="834"/>
                    <a:pt x="325" y="807"/>
                    <a:pt x="329" y="799"/>
                  </a:cubicBezTo>
                  <a:cubicBezTo>
                    <a:pt x="332" y="794"/>
                    <a:pt x="334" y="789"/>
                    <a:pt x="331" y="786"/>
                  </a:cubicBezTo>
                  <a:cubicBezTo>
                    <a:pt x="320" y="780"/>
                    <a:pt x="306" y="784"/>
                    <a:pt x="296" y="778"/>
                  </a:cubicBezTo>
                  <a:cubicBezTo>
                    <a:pt x="296" y="778"/>
                    <a:pt x="296" y="778"/>
                    <a:pt x="296" y="778"/>
                  </a:cubicBezTo>
                  <a:cubicBezTo>
                    <a:pt x="302" y="776"/>
                    <a:pt x="328" y="782"/>
                    <a:pt x="328" y="782"/>
                  </a:cubicBezTo>
                  <a:cubicBezTo>
                    <a:pt x="336" y="784"/>
                    <a:pt x="346" y="792"/>
                    <a:pt x="341" y="802"/>
                  </a:cubicBezTo>
                  <a:close/>
                  <a:moveTo>
                    <a:pt x="365" y="858"/>
                  </a:moveTo>
                  <a:cubicBezTo>
                    <a:pt x="365" y="858"/>
                    <a:pt x="363" y="859"/>
                    <a:pt x="362" y="859"/>
                  </a:cubicBezTo>
                  <a:cubicBezTo>
                    <a:pt x="362" y="859"/>
                    <a:pt x="362" y="860"/>
                    <a:pt x="360" y="861"/>
                  </a:cubicBezTo>
                  <a:cubicBezTo>
                    <a:pt x="360" y="861"/>
                    <a:pt x="358" y="862"/>
                    <a:pt x="356" y="861"/>
                  </a:cubicBezTo>
                  <a:cubicBezTo>
                    <a:pt x="356" y="861"/>
                    <a:pt x="355" y="860"/>
                    <a:pt x="354" y="860"/>
                  </a:cubicBezTo>
                  <a:cubicBezTo>
                    <a:pt x="354" y="860"/>
                    <a:pt x="352" y="859"/>
                    <a:pt x="351" y="859"/>
                  </a:cubicBezTo>
                  <a:cubicBezTo>
                    <a:pt x="351" y="859"/>
                    <a:pt x="349" y="859"/>
                    <a:pt x="352" y="858"/>
                  </a:cubicBezTo>
                  <a:cubicBezTo>
                    <a:pt x="352" y="858"/>
                    <a:pt x="352" y="857"/>
                    <a:pt x="353" y="857"/>
                  </a:cubicBezTo>
                  <a:cubicBezTo>
                    <a:pt x="353" y="857"/>
                    <a:pt x="354" y="857"/>
                    <a:pt x="354" y="857"/>
                  </a:cubicBezTo>
                  <a:cubicBezTo>
                    <a:pt x="354" y="857"/>
                    <a:pt x="354" y="856"/>
                    <a:pt x="355" y="857"/>
                  </a:cubicBezTo>
                  <a:cubicBezTo>
                    <a:pt x="355" y="857"/>
                    <a:pt x="356" y="858"/>
                    <a:pt x="357" y="855"/>
                  </a:cubicBezTo>
                  <a:cubicBezTo>
                    <a:pt x="357" y="855"/>
                    <a:pt x="357" y="855"/>
                    <a:pt x="358" y="855"/>
                  </a:cubicBezTo>
                  <a:cubicBezTo>
                    <a:pt x="358" y="855"/>
                    <a:pt x="362" y="853"/>
                    <a:pt x="371" y="847"/>
                  </a:cubicBezTo>
                  <a:cubicBezTo>
                    <a:pt x="371" y="847"/>
                    <a:pt x="379" y="842"/>
                    <a:pt x="384" y="837"/>
                  </a:cubicBezTo>
                  <a:cubicBezTo>
                    <a:pt x="384" y="837"/>
                    <a:pt x="388" y="834"/>
                    <a:pt x="393" y="830"/>
                  </a:cubicBezTo>
                  <a:cubicBezTo>
                    <a:pt x="393" y="830"/>
                    <a:pt x="406" y="820"/>
                    <a:pt x="408" y="817"/>
                  </a:cubicBezTo>
                  <a:cubicBezTo>
                    <a:pt x="408" y="817"/>
                    <a:pt x="399" y="812"/>
                    <a:pt x="400" y="808"/>
                  </a:cubicBezTo>
                  <a:cubicBezTo>
                    <a:pt x="400" y="808"/>
                    <a:pt x="401" y="806"/>
                    <a:pt x="402" y="808"/>
                  </a:cubicBezTo>
                  <a:cubicBezTo>
                    <a:pt x="402" y="808"/>
                    <a:pt x="406" y="811"/>
                    <a:pt x="413" y="810"/>
                  </a:cubicBezTo>
                  <a:cubicBezTo>
                    <a:pt x="413" y="810"/>
                    <a:pt x="416" y="810"/>
                    <a:pt x="420" y="807"/>
                  </a:cubicBezTo>
                  <a:cubicBezTo>
                    <a:pt x="420" y="807"/>
                    <a:pt x="425" y="806"/>
                    <a:pt x="427" y="815"/>
                  </a:cubicBezTo>
                  <a:cubicBezTo>
                    <a:pt x="427" y="815"/>
                    <a:pt x="427" y="819"/>
                    <a:pt x="425" y="818"/>
                  </a:cubicBezTo>
                  <a:cubicBezTo>
                    <a:pt x="425" y="818"/>
                    <a:pt x="422" y="818"/>
                    <a:pt x="419" y="819"/>
                  </a:cubicBezTo>
                  <a:cubicBezTo>
                    <a:pt x="419" y="819"/>
                    <a:pt x="418" y="818"/>
                    <a:pt x="416" y="820"/>
                  </a:cubicBezTo>
                  <a:cubicBezTo>
                    <a:pt x="416" y="820"/>
                    <a:pt x="410" y="826"/>
                    <a:pt x="397" y="834"/>
                  </a:cubicBezTo>
                  <a:cubicBezTo>
                    <a:pt x="397" y="834"/>
                    <a:pt x="390" y="839"/>
                    <a:pt x="381" y="848"/>
                  </a:cubicBezTo>
                  <a:cubicBezTo>
                    <a:pt x="381" y="848"/>
                    <a:pt x="374" y="854"/>
                    <a:pt x="365" y="858"/>
                  </a:cubicBezTo>
                  <a:close/>
                  <a:moveTo>
                    <a:pt x="430" y="858"/>
                  </a:moveTo>
                  <a:cubicBezTo>
                    <a:pt x="430" y="858"/>
                    <a:pt x="430" y="859"/>
                    <a:pt x="430" y="860"/>
                  </a:cubicBezTo>
                  <a:cubicBezTo>
                    <a:pt x="430" y="860"/>
                    <a:pt x="430" y="862"/>
                    <a:pt x="427" y="862"/>
                  </a:cubicBezTo>
                  <a:cubicBezTo>
                    <a:pt x="427" y="862"/>
                    <a:pt x="420" y="864"/>
                    <a:pt x="419" y="866"/>
                  </a:cubicBezTo>
                  <a:cubicBezTo>
                    <a:pt x="419" y="866"/>
                    <a:pt x="415" y="869"/>
                    <a:pt x="416" y="872"/>
                  </a:cubicBezTo>
                  <a:cubicBezTo>
                    <a:pt x="416" y="872"/>
                    <a:pt x="416" y="874"/>
                    <a:pt x="413" y="875"/>
                  </a:cubicBezTo>
                  <a:cubicBezTo>
                    <a:pt x="413" y="875"/>
                    <a:pt x="411" y="875"/>
                    <a:pt x="409" y="875"/>
                  </a:cubicBezTo>
                  <a:cubicBezTo>
                    <a:pt x="409" y="875"/>
                    <a:pt x="407" y="873"/>
                    <a:pt x="404" y="875"/>
                  </a:cubicBezTo>
                  <a:cubicBezTo>
                    <a:pt x="404" y="875"/>
                    <a:pt x="404" y="876"/>
                    <a:pt x="402" y="875"/>
                  </a:cubicBezTo>
                  <a:cubicBezTo>
                    <a:pt x="402" y="875"/>
                    <a:pt x="402" y="874"/>
                    <a:pt x="401" y="874"/>
                  </a:cubicBezTo>
                  <a:cubicBezTo>
                    <a:pt x="401" y="874"/>
                    <a:pt x="400" y="873"/>
                    <a:pt x="400" y="872"/>
                  </a:cubicBezTo>
                  <a:cubicBezTo>
                    <a:pt x="400" y="872"/>
                    <a:pt x="400" y="870"/>
                    <a:pt x="398" y="869"/>
                  </a:cubicBezTo>
                  <a:cubicBezTo>
                    <a:pt x="398" y="869"/>
                    <a:pt x="397" y="869"/>
                    <a:pt x="397" y="867"/>
                  </a:cubicBezTo>
                  <a:cubicBezTo>
                    <a:pt x="397" y="867"/>
                    <a:pt x="396" y="861"/>
                    <a:pt x="395" y="858"/>
                  </a:cubicBezTo>
                  <a:cubicBezTo>
                    <a:pt x="395" y="858"/>
                    <a:pt x="394" y="855"/>
                    <a:pt x="391" y="854"/>
                  </a:cubicBezTo>
                  <a:cubicBezTo>
                    <a:pt x="391" y="854"/>
                    <a:pt x="387" y="848"/>
                    <a:pt x="389" y="848"/>
                  </a:cubicBezTo>
                  <a:cubicBezTo>
                    <a:pt x="389" y="848"/>
                    <a:pt x="393" y="848"/>
                    <a:pt x="396" y="854"/>
                  </a:cubicBezTo>
                  <a:cubicBezTo>
                    <a:pt x="396" y="854"/>
                    <a:pt x="396" y="856"/>
                    <a:pt x="396" y="858"/>
                  </a:cubicBezTo>
                  <a:cubicBezTo>
                    <a:pt x="396" y="858"/>
                    <a:pt x="397" y="859"/>
                    <a:pt x="399" y="866"/>
                  </a:cubicBezTo>
                  <a:cubicBezTo>
                    <a:pt x="399" y="866"/>
                    <a:pt x="400" y="867"/>
                    <a:pt x="400" y="865"/>
                  </a:cubicBezTo>
                  <a:cubicBezTo>
                    <a:pt x="402" y="863"/>
                    <a:pt x="402" y="863"/>
                    <a:pt x="402" y="863"/>
                  </a:cubicBezTo>
                  <a:cubicBezTo>
                    <a:pt x="402" y="863"/>
                    <a:pt x="403" y="861"/>
                    <a:pt x="404" y="862"/>
                  </a:cubicBezTo>
                  <a:cubicBezTo>
                    <a:pt x="404" y="862"/>
                    <a:pt x="404" y="863"/>
                    <a:pt x="405" y="862"/>
                  </a:cubicBezTo>
                  <a:cubicBezTo>
                    <a:pt x="405" y="862"/>
                    <a:pt x="408" y="860"/>
                    <a:pt x="410" y="858"/>
                  </a:cubicBezTo>
                  <a:cubicBezTo>
                    <a:pt x="410" y="858"/>
                    <a:pt x="413" y="856"/>
                    <a:pt x="412" y="855"/>
                  </a:cubicBezTo>
                  <a:cubicBezTo>
                    <a:pt x="412" y="855"/>
                    <a:pt x="409" y="851"/>
                    <a:pt x="408" y="850"/>
                  </a:cubicBezTo>
                  <a:cubicBezTo>
                    <a:pt x="408" y="850"/>
                    <a:pt x="405" y="848"/>
                    <a:pt x="407" y="848"/>
                  </a:cubicBezTo>
                  <a:cubicBezTo>
                    <a:pt x="407" y="848"/>
                    <a:pt x="408" y="848"/>
                    <a:pt x="411" y="849"/>
                  </a:cubicBezTo>
                  <a:cubicBezTo>
                    <a:pt x="411" y="849"/>
                    <a:pt x="417" y="850"/>
                    <a:pt x="419" y="848"/>
                  </a:cubicBezTo>
                  <a:cubicBezTo>
                    <a:pt x="419" y="848"/>
                    <a:pt x="419" y="846"/>
                    <a:pt x="421" y="847"/>
                  </a:cubicBezTo>
                  <a:cubicBezTo>
                    <a:pt x="421" y="847"/>
                    <a:pt x="424" y="850"/>
                    <a:pt x="425" y="850"/>
                  </a:cubicBezTo>
                  <a:cubicBezTo>
                    <a:pt x="425" y="850"/>
                    <a:pt x="431" y="852"/>
                    <a:pt x="430" y="858"/>
                  </a:cubicBezTo>
                  <a:close/>
                  <a:moveTo>
                    <a:pt x="485" y="876"/>
                  </a:moveTo>
                  <a:cubicBezTo>
                    <a:pt x="485" y="876"/>
                    <a:pt x="485" y="878"/>
                    <a:pt x="483" y="877"/>
                  </a:cubicBezTo>
                  <a:cubicBezTo>
                    <a:pt x="483" y="877"/>
                    <a:pt x="477" y="874"/>
                    <a:pt x="475" y="866"/>
                  </a:cubicBezTo>
                  <a:cubicBezTo>
                    <a:pt x="475" y="866"/>
                    <a:pt x="473" y="857"/>
                    <a:pt x="473" y="856"/>
                  </a:cubicBezTo>
                  <a:cubicBezTo>
                    <a:pt x="473" y="856"/>
                    <a:pt x="473" y="856"/>
                    <a:pt x="473" y="854"/>
                  </a:cubicBezTo>
                  <a:cubicBezTo>
                    <a:pt x="472" y="848"/>
                    <a:pt x="472" y="848"/>
                    <a:pt x="472" y="848"/>
                  </a:cubicBezTo>
                  <a:cubicBezTo>
                    <a:pt x="472" y="848"/>
                    <a:pt x="472" y="848"/>
                    <a:pt x="473" y="847"/>
                  </a:cubicBezTo>
                  <a:cubicBezTo>
                    <a:pt x="473" y="847"/>
                    <a:pt x="472" y="846"/>
                    <a:pt x="473" y="845"/>
                  </a:cubicBezTo>
                  <a:cubicBezTo>
                    <a:pt x="473" y="845"/>
                    <a:pt x="473" y="845"/>
                    <a:pt x="473" y="845"/>
                  </a:cubicBezTo>
                  <a:cubicBezTo>
                    <a:pt x="473" y="845"/>
                    <a:pt x="473" y="842"/>
                    <a:pt x="474" y="843"/>
                  </a:cubicBezTo>
                  <a:cubicBezTo>
                    <a:pt x="474" y="843"/>
                    <a:pt x="475" y="844"/>
                    <a:pt x="474" y="846"/>
                  </a:cubicBezTo>
                  <a:cubicBezTo>
                    <a:pt x="474" y="846"/>
                    <a:pt x="473" y="848"/>
                    <a:pt x="477" y="855"/>
                  </a:cubicBezTo>
                  <a:cubicBezTo>
                    <a:pt x="477" y="855"/>
                    <a:pt x="478" y="856"/>
                    <a:pt x="479" y="856"/>
                  </a:cubicBezTo>
                  <a:cubicBezTo>
                    <a:pt x="479" y="856"/>
                    <a:pt x="480" y="857"/>
                    <a:pt x="481" y="860"/>
                  </a:cubicBezTo>
                  <a:cubicBezTo>
                    <a:pt x="481" y="860"/>
                    <a:pt x="481" y="862"/>
                    <a:pt x="481" y="862"/>
                  </a:cubicBezTo>
                  <a:cubicBezTo>
                    <a:pt x="481" y="862"/>
                    <a:pt x="480" y="864"/>
                    <a:pt x="482" y="863"/>
                  </a:cubicBezTo>
                  <a:cubicBezTo>
                    <a:pt x="482" y="863"/>
                    <a:pt x="483" y="863"/>
                    <a:pt x="483" y="864"/>
                  </a:cubicBezTo>
                  <a:cubicBezTo>
                    <a:pt x="483" y="864"/>
                    <a:pt x="483" y="867"/>
                    <a:pt x="483" y="868"/>
                  </a:cubicBezTo>
                  <a:cubicBezTo>
                    <a:pt x="483" y="868"/>
                    <a:pt x="484" y="869"/>
                    <a:pt x="484" y="870"/>
                  </a:cubicBezTo>
                  <a:cubicBezTo>
                    <a:pt x="484" y="870"/>
                    <a:pt x="484" y="871"/>
                    <a:pt x="484" y="871"/>
                  </a:cubicBezTo>
                  <a:cubicBezTo>
                    <a:pt x="484" y="871"/>
                    <a:pt x="485" y="871"/>
                    <a:pt x="485" y="871"/>
                  </a:cubicBezTo>
                  <a:cubicBezTo>
                    <a:pt x="485" y="871"/>
                    <a:pt x="486" y="876"/>
                    <a:pt x="485" y="876"/>
                  </a:cubicBezTo>
                  <a:close/>
                  <a:moveTo>
                    <a:pt x="482" y="834"/>
                  </a:moveTo>
                  <a:cubicBezTo>
                    <a:pt x="482" y="834"/>
                    <a:pt x="481" y="833"/>
                    <a:pt x="480" y="833"/>
                  </a:cubicBezTo>
                  <a:cubicBezTo>
                    <a:pt x="480" y="833"/>
                    <a:pt x="479" y="833"/>
                    <a:pt x="478" y="833"/>
                  </a:cubicBezTo>
                  <a:cubicBezTo>
                    <a:pt x="478" y="833"/>
                    <a:pt x="476" y="833"/>
                    <a:pt x="477" y="831"/>
                  </a:cubicBezTo>
                  <a:cubicBezTo>
                    <a:pt x="477" y="831"/>
                    <a:pt x="479" y="827"/>
                    <a:pt x="478" y="823"/>
                  </a:cubicBezTo>
                  <a:cubicBezTo>
                    <a:pt x="478" y="823"/>
                    <a:pt x="478" y="822"/>
                    <a:pt x="479" y="821"/>
                  </a:cubicBezTo>
                  <a:cubicBezTo>
                    <a:pt x="479" y="821"/>
                    <a:pt x="479" y="820"/>
                    <a:pt x="480" y="821"/>
                  </a:cubicBezTo>
                  <a:cubicBezTo>
                    <a:pt x="480" y="821"/>
                    <a:pt x="485" y="828"/>
                    <a:pt x="485" y="832"/>
                  </a:cubicBezTo>
                  <a:cubicBezTo>
                    <a:pt x="485" y="832"/>
                    <a:pt x="486" y="835"/>
                    <a:pt x="482" y="834"/>
                  </a:cubicBezTo>
                  <a:close/>
                  <a:moveTo>
                    <a:pt x="540" y="838"/>
                  </a:moveTo>
                  <a:cubicBezTo>
                    <a:pt x="540" y="838"/>
                    <a:pt x="539" y="842"/>
                    <a:pt x="537" y="843"/>
                  </a:cubicBezTo>
                  <a:cubicBezTo>
                    <a:pt x="537" y="843"/>
                    <a:pt x="536" y="844"/>
                    <a:pt x="536" y="846"/>
                  </a:cubicBezTo>
                  <a:cubicBezTo>
                    <a:pt x="536" y="846"/>
                    <a:pt x="533" y="852"/>
                    <a:pt x="531" y="853"/>
                  </a:cubicBezTo>
                  <a:cubicBezTo>
                    <a:pt x="531" y="853"/>
                    <a:pt x="528" y="855"/>
                    <a:pt x="529" y="857"/>
                  </a:cubicBezTo>
                  <a:cubicBezTo>
                    <a:pt x="529" y="857"/>
                    <a:pt x="533" y="860"/>
                    <a:pt x="532" y="864"/>
                  </a:cubicBezTo>
                  <a:cubicBezTo>
                    <a:pt x="532" y="864"/>
                    <a:pt x="532" y="865"/>
                    <a:pt x="531" y="865"/>
                  </a:cubicBezTo>
                  <a:cubicBezTo>
                    <a:pt x="531" y="865"/>
                    <a:pt x="530" y="866"/>
                    <a:pt x="529" y="866"/>
                  </a:cubicBezTo>
                  <a:cubicBezTo>
                    <a:pt x="529" y="866"/>
                    <a:pt x="528" y="866"/>
                    <a:pt x="528" y="866"/>
                  </a:cubicBezTo>
                  <a:cubicBezTo>
                    <a:pt x="528" y="866"/>
                    <a:pt x="524" y="868"/>
                    <a:pt x="522" y="868"/>
                  </a:cubicBezTo>
                  <a:cubicBezTo>
                    <a:pt x="522" y="868"/>
                    <a:pt x="520" y="868"/>
                    <a:pt x="517" y="868"/>
                  </a:cubicBezTo>
                  <a:cubicBezTo>
                    <a:pt x="517" y="868"/>
                    <a:pt x="517" y="867"/>
                    <a:pt x="516" y="868"/>
                  </a:cubicBezTo>
                  <a:cubicBezTo>
                    <a:pt x="516" y="868"/>
                    <a:pt x="512" y="873"/>
                    <a:pt x="507" y="869"/>
                  </a:cubicBezTo>
                  <a:cubicBezTo>
                    <a:pt x="507" y="869"/>
                    <a:pt x="506" y="868"/>
                    <a:pt x="505" y="867"/>
                  </a:cubicBezTo>
                  <a:cubicBezTo>
                    <a:pt x="504" y="867"/>
                    <a:pt x="503" y="866"/>
                    <a:pt x="502" y="866"/>
                  </a:cubicBezTo>
                  <a:cubicBezTo>
                    <a:pt x="502" y="866"/>
                    <a:pt x="496" y="862"/>
                    <a:pt x="494" y="861"/>
                  </a:cubicBezTo>
                  <a:cubicBezTo>
                    <a:pt x="494" y="861"/>
                    <a:pt x="490" y="858"/>
                    <a:pt x="490" y="856"/>
                  </a:cubicBezTo>
                  <a:cubicBezTo>
                    <a:pt x="490" y="856"/>
                    <a:pt x="489" y="853"/>
                    <a:pt x="487" y="853"/>
                  </a:cubicBezTo>
                  <a:cubicBezTo>
                    <a:pt x="487" y="853"/>
                    <a:pt x="486" y="853"/>
                    <a:pt x="486" y="851"/>
                  </a:cubicBezTo>
                  <a:cubicBezTo>
                    <a:pt x="486" y="851"/>
                    <a:pt x="486" y="851"/>
                    <a:pt x="486" y="851"/>
                  </a:cubicBezTo>
                  <a:cubicBezTo>
                    <a:pt x="486" y="851"/>
                    <a:pt x="486" y="851"/>
                    <a:pt x="486" y="850"/>
                  </a:cubicBezTo>
                  <a:cubicBezTo>
                    <a:pt x="486" y="850"/>
                    <a:pt x="485" y="849"/>
                    <a:pt x="487" y="846"/>
                  </a:cubicBezTo>
                  <a:cubicBezTo>
                    <a:pt x="487" y="846"/>
                    <a:pt x="489" y="844"/>
                    <a:pt x="491" y="843"/>
                  </a:cubicBezTo>
                  <a:cubicBezTo>
                    <a:pt x="491" y="843"/>
                    <a:pt x="495" y="839"/>
                    <a:pt x="498" y="837"/>
                  </a:cubicBezTo>
                  <a:cubicBezTo>
                    <a:pt x="498" y="837"/>
                    <a:pt x="499" y="836"/>
                    <a:pt x="500" y="835"/>
                  </a:cubicBezTo>
                  <a:cubicBezTo>
                    <a:pt x="501" y="834"/>
                    <a:pt x="502" y="833"/>
                    <a:pt x="502" y="833"/>
                  </a:cubicBezTo>
                  <a:cubicBezTo>
                    <a:pt x="502" y="833"/>
                    <a:pt x="504" y="831"/>
                    <a:pt x="506" y="830"/>
                  </a:cubicBezTo>
                  <a:cubicBezTo>
                    <a:pt x="506" y="830"/>
                    <a:pt x="509" y="829"/>
                    <a:pt x="509" y="828"/>
                  </a:cubicBezTo>
                  <a:cubicBezTo>
                    <a:pt x="509" y="828"/>
                    <a:pt x="509" y="825"/>
                    <a:pt x="509" y="824"/>
                  </a:cubicBezTo>
                  <a:cubicBezTo>
                    <a:pt x="507" y="809"/>
                    <a:pt x="507" y="809"/>
                    <a:pt x="507" y="809"/>
                  </a:cubicBezTo>
                  <a:cubicBezTo>
                    <a:pt x="507" y="809"/>
                    <a:pt x="507" y="808"/>
                    <a:pt x="508" y="809"/>
                  </a:cubicBezTo>
                  <a:cubicBezTo>
                    <a:pt x="508" y="809"/>
                    <a:pt x="509" y="809"/>
                    <a:pt x="510" y="809"/>
                  </a:cubicBezTo>
                  <a:cubicBezTo>
                    <a:pt x="510" y="809"/>
                    <a:pt x="512" y="808"/>
                    <a:pt x="513" y="812"/>
                  </a:cubicBezTo>
                  <a:cubicBezTo>
                    <a:pt x="513" y="812"/>
                    <a:pt x="515" y="816"/>
                    <a:pt x="516" y="820"/>
                  </a:cubicBezTo>
                  <a:cubicBezTo>
                    <a:pt x="516" y="820"/>
                    <a:pt x="516" y="825"/>
                    <a:pt x="516" y="826"/>
                  </a:cubicBezTo>
                  <a:cubicBezTo>
                    <a:pt x="516" y="826"/>
                    <a:pt x="516" y="828"/>
                    <a:pt x="518" y="828"/>
                  </a:cubicBezTo>
                  <a:cubicBezTo>
                    <a:pt x="518" y="828"/>
                    <a:pt x="520" y="828"/>
                    <a:pt x="523" y="828"/>
                  </a:cubicBezTo>
                  <a:cubicBezTo>
                    <a:pt x="527" y="829"/>
                    <a:pt x="531" y="829"/>
                    <a:pt x="533" y="829"/>
                  </a:cubicBezTo>
                  <a:cubicBezTo>
                    <a:pt x="533" y="829"/>
                    <a:pt x="537" y="830"/>
                    <a:pt x="541" y="835"/>
                  </a:cubicBezTo>
                  <a:cubicBezTo>
                    <a:pt x="541" y="835"/>
                    <a:pt x="542" y="835"/>
                    <a:pt x="540" y="838"/>
                  </a:cubicBezTo>
                  <a:close/>
                  <a:moveTo>
                    <a:pt x="604" y="809"/>
                  </a:moveTo>
                  <a:cubicBezTo>
                    <a:pt x="604" y="809"/>
                    <a:pt x="603" y="809"/>
                    <a:pt x="603" y="811"/>
                  </a:cubicBezTo>
                  <a:cubicBezTo>
                    <a:pt x="603" y="811"/>
                    <a:pt x="602" y="814"/>
                    <a:pt x="603" y="816"/>
                  </a:cubicBezTo>
                  <a:cubicBezTo>
                    <a:pt x="603" y="816"/>
                    <a:pt x="603" y="818"/>
                    <a:pt x="602" y="821"/>
                  </a:cubicBezTo>
                  <a:cubicBezTo>
                    <a:pt x="602" y="821"/>
                    <a:pt x="598" y="826"/>
                    <a:pt x="601" y="831"/>
                  </a:cubicBezTo>
                  <a:cubicBezTo>
                    <a:pt x="601" y="831"/>
                    <a:pt x="604" y="834"/>
                    <a:pt x="601" y="836"/>
                  </a:cubicBezTo>
                  <a:cubicBezTo>
                    <a:pt x="601" y="836"/>
                    <a:pt x="600" y="837"/>
                    <a:pt x="599" y="840"/>
                  </a:cubicBezTo>
                  <a:cubicBezTo>
                    <a:pt x="599" y="840"/>
                    <a:pt x="599" y="842"/>
                    <a:pt x="599" y="842"/>
                  </a:cubicBezTo>
                  <a:cubicBezTo>
                    <a:pt x="599" y="842"/>
                    <a:pt x="598" y="844"/>
                    <a:pt x="598" y="845"/>
                  </a:cubicBezTo>
                  <a:cubicBezTo>
                    <a:pt x="598" y="845"/>
                    <a:pt x="598" y="847"/>
                    <a:pt x="595" y="848"/>
                  </a:cubicBezTo>
                  <a:cubicBezTo>
                    <a:pt x="595" y="848"/>
                    <a:pt x="593" y="850"/>
                    <a:pt x="592" y="851"/>
                  </a:cubicBezTo>
                  <a:cubicBezTo>
                    <a:pt x="592" y="851"/>
                    <a:pt x="591" y="853"/>
                    <a:pt x="590" y="853"/>
                  </a:cubicBezTo>
                  <a:cubicBezTo>
                    <a:pt x="590" y="853"/>
                    <a:pt x="590" y="853"/>
                    <a:pt x="590" y="854"/>
                  </a:cubicBezTo>
                  <a:cubicBezTo>
                    <a:pt x="590" y="854"/>
                    <a:pt x="589" y="856"/>
                    <a:pt x="586" y="857"/>
                  </a:cubicBezTo>
                  <a:cubicBezTo>
                    <a:pt x="586" y="857"/>
                    <a:pt x="586" y="850"/>
                    <a:pt x="586" y="848"/>
                  </a:cubicBezTo>
                  <a:cubicBezTo>
                    <a:pt x="586" y="848"/>
                    <a:pt x="586" y="845"/>
                    <a:pt x="586" y="843"/>
                  </a:cubicBezTo>
                  <a:cubicBezTo>
                    <a:pt x="586" y="843"/>
                    <a:pt x="586" y="840"/>
                    <a:pt x="588" y="840"/>
                  </a:cubicBezTo>
                  <a:cubicBezTo>
                    <a:pt x="588" y="840"/>
                    <a:pt x="588" y="841"/>
                    <a:pt x="588" y="840"/>
                  </a:cubicBezTo>
                  <a:cubicBezTo>
                    <a:pt x="588" y="840"/>
                    <a:pt x="590" y="836"/>
                    <a:pt x="590" y="835"/>
                  </a:cubicBezTo>
                  <a:cubicBezTo>
                    <a:pt x="590" y="835"/>
                    <a:pt x="588" y="834"/>
                    <a:pt x="588" y="834"/>
                  </a:cubicBezTo>
                  <a:cubicBezTo>
                    <a:pt x="588" y="834"/>
                    <a:pt x="587" y="833"/>
                    <a:pt x="587" y="832"/>
                  </a:cubicBezTo>
                  <a:cubicBezTo>
                    <a:pt x="587" y="832"/>
                    <a:pt x="587" y="832"/>
                    <a:pt x="586" y="831"/>
                  </a:cubicBezTo>
                  <a:cubicBezTo>
                    <a:pt x="586" y="831"/>
                    <a:pt x="584" y="830"/>
                    <a:pt x="584" y="831"/>
                  </a:cubicBezTo>
                  <a:cubicBezTo>
                    <a:pt x="584" y="831"/>
                    <a:pt x="584" y="831"/>
                    <a:pt x="582" y="831"/>
                  </a:cubicBezTo>
                  <a:cubicBezTo>
                    <a:pt x="582" y="831"/>
                    <a:pt x="573" y="829"/>
                    <a:pt x="577" y="827"/>
                  </a:cubicBezTo>
                  <a:cubicBezTo>
                    <a:pt x="577" y="827"/>
                    <a:pt x="582" y="827"/>
                    <a:pt x="585" y="822"/>
                  </a:cubicBezTo>
                  <a:cubicBezTo>
                    <a:pt x="585" y="822"/>
                    <a:pt x="586" y="822"/>
                    <a:pt x="587" y="814"/>
                  </a:cubicBezTo>
                  <a:cubicBezTo>
                    <a:pt x="587" y="814"/>
                    <a:pt x="587" y="813"/>
                    <a:pt x="586" y="813"/>
                  </a:cubicBezTo>
                  <a:cubicBezTo>
                    <a:pt x="586" y="813"/>
                    <a:pt x="585" y="812"/>
                    <a:pt x="586" y="812"/>
                  </a:cubicBezTo>
                  <a:cubicBezTo>
                    <a:pt x="586" y="812"/>
                    <a:pt x="586" y="811"/>
                    <a:pt x="585" y="810"/>
                  </a:cubicBezTo>
                  <a:cubicBezTo>
                    <a:pt x="585" y="810"/>
                    <a:pt x="584" y="809"/>
                    <a:pt x="585" y="808"/>
                  </a:cubicBezTo>
                  <a:cubicBezTo>
                    <a:pt x="585" y="808"/>
                    <a:pt x="585" y="807"/>
                    <a:pt x="584" y="806"/>
                  </a:cubicBezTo>
                  <a:cubicBezTo>
                    <a:pt x="584" y="806"/>
                    <a:pt x="584" y="806"/>
                    <a:pt x="584" y="805"/>
                  </a:cubicBezTo>
                  <a:cubicBezTo>
                    <a:pt x="584" y="805"/>
                    <a:pt x="584" y="805"/>
                    <a:pt x="583" y="803"/>
                  </a:cubicBezTo>
                  <a:cubicBezTo>
                    <a:pt x="583" y="803"/>
                    <a:pt x="583" y="803"/>
                    <a:pt x="584" y="802"/>
                  </a:cubicBezTo>
                  <a:cubicBezTo>
                    <a:pt x="584" y="802"/>
                    <a:pt x="585" y="803"/>
                    <a:pt x="584" y="801"/>
                  </a:cubicBezTo>
                  <a:cubicBezTo>
                    <a:pt x="584" y="801"/>
                    <a:pt x="583" y="800"/>
                    <a:pt x="582" y="799"/>
                  </a:cubicBezTo>
                  <a:cubicBezTo>
                    <a:pt x="581" y="798"/>
                    <a:pt x="581" y="798"/>
                    <a:pt x="581" y="798"/>
                  </a:cubicBezTo>
                  <a:cubicBezTo>
                    <a:pt x="577" y="791"/>
                    <a:pt x="577" y="791"/>
                    <a:pt x="577" y="791"/>
                  </a:cubicBezTo>
                  <a:cubicBezTo>
                    <a:pt x="577" y="791"/>
                    <a:pt x="574" y="788"/>
                    <a:pt x="578" y="789"/>
                  </a:cubicBezTo>
                  <a:cubicBezTo>
                    <a:pt x="578" y="789"/>
                    <a:pt x="581" y="788"/>
                    <a:pt x="584" y="789"/>
                  </a:cubicBezTo>
                  <a:cubicBezTo>
                    <a:pt x="584" y="789"/>
                    <a:pt x="587" y="789"/>
                    <a:pt x="589" y="789"/>
                  </a:cubicBezTo>
                  <a:cubicBezTo>
                    <a:pt x="589" y="789"/>
                    <a:pt x="590" y="788"/>
                    <a:pt x="591" y="792"/>
                  </a:cubicBezTo>
                  <a:cubicBezTo>
                    <a:pt x="591" y="792"/>
                    <a:pt x="593" y="795"/>
                    <a:pt x="593" y="795"/>
                  </a:cubicBezTo>
                  <a:cubicBezTo>
                    <a:pt x="593" y="795"/>
                    <a:pt x="598" y="796"/>
                    <a:pt x="599" y="797"/>
                  </a:cubicBezTo>
                  <a:cubicBezTo>
                    <a:pt x="599" y="797"/>
                    <a:pt x="599" y="797"/>
                    <a:pt x="599" y="796"/>
                  </a:cubicBezTo>
                  <a:cubicBezTo>
                    <a:pt x="599" y="796"/>
                    <a:pt x="601" y="796"/>
                    <a:pt x="603" y="798"/>
                  </a:cubicBezTo>
                  <a:cubicBezTo>
                    <a:pt x="603" y="798"/>
                    <a:pt x="602" y="800"/>
                    <a:pt x="604" y="799"/>
                  </a:cubicBezTo>
                  <a:cubicBezTo>
                    <a:pt x="604" y="799"/>
                    <a:pt x="606" y="799"/>
                    <a:pt x="606" y="802"/>
                  </a:cubicBezTo>
                  <a:cubicBezTo>
                    <a:pt x="606" y="802"/>
                    <a:pt x="607" y="806"/>
                    <a:pt x="604" y="809"/>
                  </a:cubicBezTo>
                  <a:close/>
                  <a:moveTo>
                    <a:pt x="632" y="834"/>
                  </a:moveTo>
                  <a:cubicBezTo>
                    <a:pt x="632" y="834"/>
                    <a:pt x="631" y="837"/>
                    <a:pt x="628" y="838"/>
                  </a:cubicBezTo>
                  <a:cubicBezTo>
                    <a:pt x="628" y="838"/>
                    <a:pt x="626" y="839"/>
                    <a:pt x="624" y="839"/>
                  </a:cubicBezTo>
                  <a:cubicBezTo>
                    <a:pt x="624" y="839"/>
                    <a:pt x="622" y="839"/>
                    <a:pt x="622" y="838"/>
                  </a:cubicBezTo>
                  <a:cubicBezTo>
                    <a:pt x="622" y="838"/>
                    <a:pt x="621" y="838"/>
                    <a:pt x="620" y="839"/>
                  </a:cubicBezTo>
                  <a:cubicBezTo>
                    <a:pt x="620" y="839"/>
                    <a:pt x="619" y="839"/>
                    <a:pt x="618" y="837"/>
                  </a:cubicBezTo>
                  <a:cubicBezTo>
                    <a:pt x="618" y="837"/>
                    <a:pt x="616" y="836"/>
                    <a:pt x="616" y="834"/>
                  </a:cubicBezTo>
                  <a:cubicBezTo>
                    <a:pt x="616" y="834"/>
                    <a:pt x="616" y="831"/>
                    <a:pt x="615" y="829"/>
                  </a:cubicBezTo>
                  <a:cubicBezTo>
                    <a:pt x="615" y="829"/>
                    <a:pt x="613" y="824"/>
                    <a:pt x="616" y="825"/>
                  </a:cubicBezTo>
                  <a:cubicBezTo>
                    <a:pt x="616" y="825"/>
                    <a:pt x="617" y="825"/>
                    <a:pt x="619" y="824"/>
                  </a:cubicBezTo>
                  <a:cubicBezTo>
                    <a:pt x="619" y="824"/>
                    <a:pt x="622" y="825"/>
                    <a:pt x="626" y="826"/>
                  </a:cubicBezTo>
                  <a:cubicBezTo>
                    <a:pt x="626" y="826"/>
                    <a:pt x="629" y="828"/>
                    <a:pt x="630" y="828"/>
                  </a:cubicBezTo>
                  <a:cubicBezTo>
                    <a:pt x="630" y="828"/>
                    <a:pt x="632" y="828"/>
                    <a:pt x="632" y="831"/>
                  </a:cubicBezTo>
                  <a:cubicBezTo>
                    <a:pt x="632" y="831"/>
                    <a:pt x="632" y="832"/>
                    <a:pt x="632" y="833"/>
                  </a:cubicBezTo>
                  <a:cubicBezTo>
                    <a:pt x="632" y="833"/>
                    <a:pt x="632" y="834"/>
                    <a:pt x="632" y="834"/>
                  </a:cubicBezTo>
                  <a:close/>
                  <a:moveTo>
                    <a:pt x="667" y="773"/>
                  </a:moveTo>
                  <a:cubicBezTo>
                    <a:pt x="667" y="773"/>
                    <a:pt x="665" y="772"/>
                    <a:pt x="664" y="772"/>
                  </a:cubicBezTo>
                  <a:cubicBezTo>
                    <a:pt x="664" y="772"/>
                    <a:pt x="662" y="770"/>
                    <a:pt x="662" y="773"/>
                  </a:cubicBezTo>
                  <a:cubicBezTo>
                    <a:pt x="662" y="773"/>
                    <a:pt x="656" y="778"/>
                    <a:pt x="656" y="783"/>
                  </a:cubicBezTo>
                  <a:cubicBezTo>
                    <a:pt x="656" y="783"/>
                    <a:pt x="656" y="784"/>
                    <a:pt x="657" y="785"/>
                  </a:cubicBezTo>
                  <a:cubicBezTo>
                    <a:pt x="657" y="785"/>
                    <a:pt x="657" y="788"/>
                    <a:pt x="656" y="789"/>
                  </a:cubicBezTo>
                  <a:cubicBezTo>
                    <a:pt x="656" y="789"/>
                    <a:pt x="656" y="792"/>
                    <a:pt x="655" y="793"/>
                  </a:cubicBezTo>
                  <a:cubicBezTo>
                    <a:pt x="655" y="793"/>
                    <a:pt x="654" y="793"/>
                    <a:pt x="653" y="794"/>
                  </a:cubicBezTo>
                  <a:cubicBezTo>
                    <a:pt x="653" y="794"/>
                    <a:pt x="653" y="794"/>
                    <a:pt x="652" y="794"/>
                  </a:cubicBezTo>
                  <a:cubicBezTo>
                    <a:pt x="652" y="794"/>
                    <a:pt x="647" y="794"/>
                    <a:pt x="648" y="791"/>
                  </a:cubicBezTo>
                  <a:cubicBezTo>
                    <a:pt x="648" y="791"/>
                    <a:pt x="648" y="787"/>
                    <a:pt x="648" y="785"/>
                  </a:cubicBezTo>
                  <a:cubicBezTo>
                    <a:pt x="648" y="785"/>
                    <a:pt x="646" y="782"/>
                    <a:pt x="649" y="781"/>
                  </a:cubicBezTo>
                  <a:cubicBezTo>
                    <a:pt x="649" y="781"/>
                    <a:pt x="651" y="780"/>
                    <a:pt x="652" y="780"/>
                  </a:cubicBezTo>
                  <a:cubicBezTo>
                    <a:pt x="652" y="780"/>
                    <a:pt x="653" y="780"/>
                    <a:pt x="654" y="779"/>
                  </a:cubicBezTo>
                  <a:cubicBezTo>
                    <a:pt x="654" y="779"/>
                    <a:pt x="659" y="773"/>
                    <a:pt x="661" y="770"/>
                  </a:cubicBezTo>
                  <a:cubicBezTo>
                    <a:pt x="661" y="770"/>
                    <a:pt x="662" y="769"/>
                    <a:pt x="660" y="767"/>
                  </a:cubicBezTo>
                  <a:cubicBezTo>
                    <a:pt x="660" y="767"/>
                    <a:pt x="654" y="762"/>
                    <a:pt x="650" y="760"/>
                  </a:cubicBezTo>
                  <a:cubicBezTo>
                    <a:pt x="650" y="760"/>
                    <a:pt x="645" y="758"/>
                    <a:pt x="642" y="759"/>
                  </a:cubicBezTo>
                  <a:cubicBezTo>
                    <a:pt x="642" y="759"/>
                    <a:pt x="634" y="758"/>
                    <a:pt x="640" y="756"/>
                  </a:cubicBezTo>
                  <a:cubicBezTo>
                    <a:pt x="640" y="756"/>
                    <a:pt x="645" y="754"/>
                    <a:pt x="654" y="760"/>
                  </a:cubicBezTo>
                  <a:cubicBezTo>
                    <a:pt x="654" y="760"/>
                    <a:pt x="660" y="764"/>
                    <a:pt x="661" y="767"/>
                  </a:cubicBezTo>
                  <a:cubicBezTo>
                    <a:pt x="661" y="767"/>
                    <a:pt x="662" y="768"/>
                    <a:pt x="663" y="767"/>
                  </a:cubicBezTo>
                  <a:cubicBezTo>
                    <a:pt x="663" y="767"/>
                    <a:pt x="666" y="765"/>
                    <a:pt x="664" y="763"/>
                  </a:cubicBezTo>
                  <a:cubicBezTo>
                    <a:pt x="664" y="763"/>
                    <a:pt x="661" y="757"/>
                    <a:pt x="650" y="750"/>
                  </a:cubicBezTo>
                  <a:cubicBezTo>
                    <a:pt x="650" y="750"/>
                    <a:pt x="646" y="747"/>
                    <a:pt x="644" y="748"/>
                  </a:cubicBezTo>
                  <a:cubicBezTo>
                    <a:pt x="644" y="748"/>
                    <a:pt x="642" y="747"/>
                    <a:pt x="644" y="747"/>
                  </a:cubicBezTo>
                  <a:cubicBezTo>
                    <a:pt x="644" y="747"/>
                    <a:pt x="649" y="745"/>
                    <a:pt x="656" y="750"/>
                  </a:cubicBezTo>
                  <a:cubicBezTo>
                    <a:pt x="656" y="750"/>
                    <a:pt x="661" y="754"/>
                    <a:pt x="664" y="758"/>
                  </a:cubicBezTo>
                  <a:cubicBezTo>
                    <a:pt x="664" y="758"/>
                    <a:pt x="666" y="760"/>
                    <a:pt x="665" y="758"/>
                  </a:cubicBezTo>
                  <a:cubicBezTo>
                    <a:pt x="665" y="758"/>
                    <a:pt x="664" y="756"/>
                    <a:pt x="665" y="755"/>
                  </a:cubicBezTo>
                  <a:cubicBezTo>
                    <a:pt x="665" y="755"/>
                    <a:pt x="665" y="755"/>
                    <a:pt x="665" y="754"/>
                  </a:cubicBezTo>
                  <a:cubicBezTo>
                    <a:pt x="665" y="754"/>
                    <a:pt x="664" y="753"/>
                    <a:pt x="664" y="752"/>
                  </a:cubicBezTo>
                  <a:cubicBezTo>
                    <a:pt x="664" y="752"/>
                    <a:pt x="665" y="752"/>
                    <a:pt x="663" y="752"/>
                  </a:cubicBezTo>
                  <a:cubicBezTo>
                    <a:pt x="663" y="752"/>
                    <a:pt x="662" y="751"/>
                    <a:pt x="661" y="751"/>
                  </a:cubicBezTo>
                  <a:cubicBezTo>
                    <a:pt x="661" y="751"/>
                    <a:pt x="656" y="751"/>
                    <a:pt x="660" y="750"/>
                  </a:cubicBezTo>
                  <a:cubicBezTo>
                    <a:pt x="660" y="750"/>
                    <a:pt x="661" y="750"/>
                    <a:pt x="663" y="750"/>
                  </a:cubicBezTo>
                  <a:cubicBezTo>
                    <a:pt x="663" y="750"/>
                    <a:pt x="664" y="750"/>
                    <a:pt x="663" y="749"/>
                  </a:cubicBezTo>
                  <a:cubicBezTo>
                    <a:pt x="663" y="749"/>
                    <a:pt x="661" y="745"/>
                    <a:pt x="661" y="744"/>
                  </a:cubicBezTo>
                  <a:cubicBezTo>
                    <a:pt x="661" y="744"/>
                    <a:pt x="660" y="742"/>
                    <a:pt x="660" y="744"/>
                  </a:cubicBezTo>
                  <a:cubicBezTo>
                    <a:pt x="660" y="744"/>
                    <a:pt x="659" y="746"/>
                    <a:pt x="656" y="744"/>
                  </a:cubicBezTo>
                  <a:cubicBezTo>
                    <a:pt x="656" y="744"/>
                    <a:pt x="651" y="744"/>
                    <a:pt x="651" y="741"/>
                  </a:cubicBezTo>
                  <a:cubicBezTo>
                    <a:pt x="651" y="741"/>
                    <a:pt x="652" y="737"/>
                    <a:pt x="649" y="737"/>
                  </a:cubicBezTo>
                  <a:cubicBezTo>
                    <a:pt x="649" y="737"/>
                    <a:pt x="646" y="736"/>
                    <a:pt x="649" y="735"/>
                  </a:cubicBezTo>
                  <a:cubicBezTo>
                    <a:pt x="649" y="735"/>
                    <a:pt x="652" y="734"/>
                    <a:pt x="656" y="735"/>
                  </a:cubicBezTo>
                  <a:cubicBezTo>
                    <a:pt x="656" y="735"/>
                    <a:pt x="656" y="736"/>
                    <a:pt x="658" y="735"/>
                  </a:cubicBezTo>
                  <a:cubicBezTo>
                    <a:pt x="658" y="735"/>
                    <a:pt x="667" y="731"/>
                    <a:pt x="668" y="737"/>
                  </a:cubicBezTo>
                  <a:cubicBezTo>
                    <a:pt x="668" y="737"/>
                    <a:pt x="667" y="741"/>
                    <a:pt x="669" y="744"/>
                  </a:cubicBezTo>
                  <a:cubicBezTo>
                    <a:pt x="669" y="744"/>
                    <a:pt x="669" y="746"/>
                    <a:pt x="669" y="747"/>
                  </a:cubicBezTo>
                  <a:cubicBezTo>
                    <a:pt x="669" y="747"/>
                    <a:pt x="669" y="748"/>
                    <a:pt x="670" y="750"/>
                  </a:cubicBezTo>
                  <a:cubicBezTo>
                    <a:pt x="670" y="750"/>
                    <a:pt x="671" y="750"/>
                    <a:pt x="670" y="751"/>
                  </a:cubicBezTo>
                  <a:cubicBezTo>
                    <a:pt x="670" y="751"/>
                    <a:pt x="670" y="753"/>
                    <a:pt x="670" y="755"/>
                  </a:cubicBezTo>
                  <a:cubicBezTo>
                    <a:pt x="670" y="755"/>
                    <a:pt x="669" y="758"/>
                    <a:pt x="671" y="756"/>
                  </a:cubicBezTo>
                  <a:cubicBezTo>
                    <a:pt x="671" y="756"/>
                    <a:pt x="676" y="749"/>
                    <a:pt x="678" y="746"/>
                  </a:cubicBezTo>
                  <a:cubicBezTo>
                    <a:pt x="678" y="746"/>
                    <a:pt x="680" y="744"/>
                    <a:pt x="677" y="744"/>
                  </a:cubicBezTo>
                  <a:cubicBezTo>
                    <a:pt x="677" y="744"/>
                    <a:pt x="674" y="743"/>
                    <a:pt x="672" y="742"/>
                  </a:cubicBezTo>
                  <a:cubicBezTo>
                    <a:pt x="672" y="742"/>
                    <a:pt x="670" y="741"/>
                    <a:pt x="672" y="740"/>
                  </a:cubicBezTo>
                  <a:cubicBezTo>
                    <a:pt x="672" y="740"/>
                    <a:pt x="674" y="741"/>
                    <a:pt x="674" y="740"/>
                  </a:cubicBezTo>
                  <a:cubicBezTo>
                    <a:pt x="674" y="740"/>
                    <a:pt x="673" y="739"/>
                    <a:pt x="674" y="739"/>
                  </a:cubicBezTo>
                  <a:cubicBezTo>
                    <a:pt x="674" y="739"/>
                    <a:pt x="676" y="739"/>
                    <a:pt x="676" y="737"/>
                  </a:cubicBezTo>
                  <a:cubicBezTo>
                    <a:pt x="676" y="737"/>
                    <a:pt x="675" y="734"/>
                    <a:pt x="674" y="735"/>
                  </a:cubicBezTo>
                  <a:cubicBezTo>
                    <a:pt x="674" y="735"/>
                    <a:pt x="670" y="735"/>
                    <a:pt x="669" y="733"/>
                  </a:cubicBezTo>
                  <a:cubicBezTo>
                    <a:pt x="669" y="733"/>
                    <a:pt x="667" y="732"/>
                    <a:pt x="667" y="731"/>
                  </a:cubicBezTo>
                  <a:cubicBezTo>
                    <a:pt x="667" y="731"/>
                    <a:pt x="667" y="730"/>
                    <a:pt x="669" y="731"/>
                  </a:cubicBezTo>
                  <a:cubicBezTo>
                    <a:pt x="669" y="731"/>
                    <a:pt x="673" y="733"/>
                    <a:pt x="671" y="730"/>
                  </a:cubicBezTo>
                  <a:cubicBezTo>
                    <a:pt x="669" y="728"/>
                    <a:pt x="669" y="728"/>
                    <a:pt x="669" y="728"/>
                  </a:cubicBezTo>
                  <a:cubicBezTo>
                    <a:pt x="669" y="728"/>
                    <a:pt x="669" y="726"/>
                    <a:pt x="666" y="728"/>
                  </a:cubicBezTo>
                  <a:cubicBezTo>
                    <a:pt x="666" y="728"/>
                    <a:pt x="660" y="729"/>
                    <a:pt x="662" y="727"/>
                  </a:cubicBezTo>
                  <a:cubicBezTo>
                    <a:pt x="662" y="727"/>
                    <a:pt x="664" y="726"/>
                    <a:pt x="663" y="725"/>
                  </a:cubicBezTo>
                  <a:cubicBezTo>
                    <a:pt x="663" y="725"/>
                    <a:pt x="663" y="724"/>
                    <a:pt x="665" y="723"/>
                  </a:cubicBezTo>
                  <a:cubicBezTo>
                    <a:pt x="665" y="723"/>
                    <a:pt x="666" y="722"/>
                    <a:pt x="665" y="721"/>
                  </a:cubicBezTo>
                  <a:cubicBezTo>
                    <a:pt x="665" y="721"/>
                    <a:pt x="665" y="721"/>
                    <a:pt x="668" y="720"/>
                  </a:cubicBezTo>
                  <a:cubicBezTo>
                    <a:pt x="668" y="720"/>
                    <a:pt x="676" y="717"/>
                    <a:pt x="677" y="721"/>
                  </a:cubicBezTo>
                  <a:cubicBezTo>
                    <a:pt x="677" y="721"/>
                    <a:pt x="678" y="723"/>
                    <a:pt x="677" y="725"/>
                  </a:cubicBezTo>
                  <a:cubicBezTo>
                    <a:pt x="677" y="725"/>
                    <a:pt x="676" y="725"/>
                    <a:pt x="677" y="729"/>
                  </a:cubicBezTo>
                  <a:cubicBezTo>
                    <a:pt x="677" y="729"/>
                    <a:pt x="677" y="731"/>
                    <a:pt x="679" y="732"/>
                  </a:cubicBezTo>
                  <a:cubicBezTo>
                    <a:pt x="679" y="732"/>
                    <a:pt x="680" y="734"/>
                    <a:pt x="681" y="736"/>
                  </a:cubicBezTo>
                  <a:cubicBezTo>
                    <a:pt x="681" y="736"/>
                    <a:pt x="683" y="739"/>
                    <a:pt x="683" y="740"/>
                  </a:cubicBezTo>
                  <a:cubicBezTo>
                    <a:pt x="683" y="740"/>
                    <a:pt x="683" y="742"/>
                    <a:pt x="684" y="741"/>
                  </a:cubicBezTo>
                  <a:cubicBezTo>
                    <a:pt x="684" y="741"/>
                    <a:pt x="692" y="731"/>
                    <a:pt x="698" y="734"/>
                  </a:cubicBezTo>
                  <a:cubicBezTo>
                    <a:pt x="698" y="734"/>
                    <a:pt x="701" y="733"/>
                    <a:pt x="697" y="738"/>
                  </a:cubicBezTo>
                  <a:cubicBezTo>
                    <a:pt x="697" y="738"/>
                    <a:pt x="696" y="740"/>
                    <a:pt x="695" y="740"/>
                  </a:cubicBezTo>
                  <a:cubicBezTo>
                    <a:pt x="688" y="743"/>
                    <a:pt x="688" y="743"/>
                    <a:pt x="688" y="743"/>
                  </a:cubicBezTo>
                  <a:cubicBezTo>
                    <a:pt x="688" y="743"/>
                    <a:pt x="686" y="744"/>
                    <a:pt x="689" y="742"/>
                  </a:cubicBezTo>
                  <a:cubicBezTo>
                    <a:pt x="689" y="742"/>
                    <a:pt x="692" y="739"/>
                    <a:pt x="692" y="738"/>
                  </a:cubicBezTo>
                  <a:cubicBezTo>
                    <a:pt x="692" y="738"/>
                    <a:pt x="692" y="736"/>
                    <a:pt x="691" y="738"/>
                  </a:cubicBezTo>
                  <a:cubicBezTo>
                    <a:pt x="691" y="738"/>
                    <a:pt x="687" y="741"/>
                    <a:pt x="686" y="742"/>
                  </a:cubicBezTo>
                  <a:cubicBezTo>
                    <a:pt x="686" y="742"/>
                    <a:pt x="684" y="743"/>
                    <a:pt x="685" y="745"/>
                  </a:cubicBezTo>
                  <a:cubicBezTo>
                    <a:pt x="685" y="745"/>
                    <a:pt x="685" y="746"/>
                    <a:pt x="685" y="746"/>
                  </a:cubicBezTo>
                  <a:cubicBezTo>
                    <a:pt x="685" y="746"/>
                    <a:pt x="685" y="747"/>
                    <a:pt x="685" y="747"/>
                  </a:cubicBezTo>
                  <a:cubicBezTo>
                    <a:pt x="685" y="747"/>
                    <a:pt x="687" y="751"/>
                    <a:pt x="684" y="751"/>
                  </a:cubicBezTo>
                  <a:cubicBezTo>
                    <a:pt x="684" y="751"/>
                    <a:pt x="681" y="751"/>
                    <a:pt x="680" y="749"/>
                  </a:cubicBezTo>
                  <a:cubicBezTo>
                    <a:pt x="680" y="749"/>
                    <a:pt x="679" y="747"/>
                    <a:pt x="678" y="750"/>
                  </a:cubicBezTo>
                  <a:cubicBezTo>
                    <a:pt x="678" y="750"/>
                    <a:pt x="675" y="755"/>
                    <a:pt x="673" y="757"/>
                  </a:cubicBezTo>
                  <a:cubicBezTo>
                    <a:pt x="673" y="757"/>
                    <a:pt x="668" y="762"/>
                    <a:pt x="669" y="763"/>
                  </a:cubicBezTo>
                  <a:cubicBezTo>
                    <a:pt x="669" y="763"/>
                    <a:pt x="671" y="765"/>
                    <a:pt x="670" y="765"/>
                  </a:cubicBezTo>
                  <a:cubicBezTo>
                    <a:pt x="670" y="765"/>
                    <a:pt x="669" y="766"/>
                    <a:pt x="667" y="765"/>
                  </a:cubicBezTo>
                  <a:cubicBezTo>
                    <a:pt x="667" y="765"/>
                    <a:pt x="667" y="765"/>
                    <a:pt x="666" y="767"/>
                  </a:cubicBezTo>
                  <a:cubicBezTo>
                    <a:pt x="666" y="767"/>
                    <a:pt x="663" y="770"/>
                    <a:pt x="665" y="771"/>
                  </a:cubicBezTo>
                  <a:cubicBezTo>
                    <a:pt x="665" y="771"/>
                    <a:pt x="666" y="771"/>
                    <a:pt x="667" y="772"/>
                  </a:cubicBezTo>
                  <a:cubicBezTo>
                    <a:pt x="667" y="772"/>
                    <a:pt x="669" y="772"/>
                    <a:pt x="667" y="773"/>
                  </a:cubicBezTo>
                  <a:close/>
                  <a:moveTo>
                    <a:pt x="706" y="796"/>
                  </a:moveTo>
                  <a:cubicBezTo>
                    <a:pt x="706" y="796"/>
                    <a:pt x="706" y="797"/>
                    <a:pt x="706" y="799"/>
                  </a:cubicBezTo>
                  <a:cubicBezTo>
                    <a:pt x="706" y="799"/>
                    <a:pt x="706" y="800"/>
                    <a:pt x="705" y="801"/>
                  </a:cubicBezTo>
                  <a:cubicBezTo>
                    <a:pt x="695" y="808"/>
                    <a:pt x="695" y="808"/>
                    <a:pt x="695" y="808"/>
                  </a:cubicBezTo>
                  <a:cubicBezTo>
                    <a:pt x="695" y="808"/>
                    <a:pt x="694" y="807"/>
                    <a:pt x="693" y="809"/>
                  </a:cubicBezTo>
                  <a:cubicBezTo>
                    <a:pt x="693" y="809"/>
                    <a:pt x="693" y="808"/>
                    <a:pt x="692" y="808"/>
                  </a:cubicBezTo>
                  <a:cubicBezTo>
                    <a:pt x="692" y="808"/>
                    <a:pt x="692" y="808"/>
                    <a:pt x="692" y="809"/>
                  </a:cubicBezTo>
                  <a:cubicBezTo>
                    <a:pt x="692" y="809"/>
                    <a:pt x="690" y="808"/>
                    <a:pt x="690" y="809"/>
                  </a:cubicBezTo>
                  <a:cubicBezTo>
                    <a:pt x="684" y="810"/>
                    <a:pt x="684" y="810"/>
                    <a:pt x="684" y="810"/>
                  </a:cubicBezTo>
                  <a:cubicBezTo>
                    <a:pt x="684" y="810"/>
                    <a:pt x="682" y="810"/>
                    <a:pt x="685" y="809"/>
                  </a:cubicBezTo>
                  <a:cubicBezTo>
                    <a:pt x="685" y="809"/>
                    <a:pt x="692" y="807"/>
                    <a:pt x="688" y="807"/>
                  </a:cubicBezTo>
                  <a:cubicBezTo>
                    <a:pt x="688" y="807"/>
                    <a:pt x="686" y="806"/>
                    <a:pt x="688" y="806"/>
                  </a:cubicBezTo>
                  <a:cubicBezTo>
                    <a:pt x="688" y="806"/>
                    <a:pt x="695" y="801"/>
                    <a:pt x="697" y="796"/>
                  </a:cubicBezTo>
                  <a:cubicBezTo>
                    <a:pt x="697" y="796"/>
                    <a:pt x="704" y="785"/>
                    <a:pt x="695" y="779"/>
                  </a:cubicBezTo>
                  <a:cubicBezTo>
                    <a:pt x="695" y="779"/>
                    <a:pt x="691" y="779"/>
                    <a:pt x="688" y="784"/>
                  </a:cubicBezTo>
                  <a:cubicBezTo>
                    <a:pt x="688" y="784"/>
                    <a:pt x="686" y="789"/>
                    <a:pt x="683" y="790"/>
                  </a:cubicBezTo>
                  <a:cubicBezTo>
                    <a:pt x="683" y="790"/>
                    <a:pt x="678" y="789"/>
                    <a:pt x="675" y="787"/>
                  </a:cubicBezTo>
                  <a:cubicBezTo>
                    <a:pt x="675" y="787"/>
                    <a:pt x="672" y="786"/>
                    <a:pt x="675" y="786"/>
                  </a:cubicBezTo>
                  <a:cubicBezTo>
                    <a:pt x="675" y="786"/>
                    <a:pt x="676" y="786"/>
                    <a:pt x="678" y="784"/>
                  </a:cubicBezTo>
                  <a:cubicBezTo>
                    <a:pt x="678" y="784"/>
                    <a:pt x="681" y="783"/>
                    <a:pt x="681" y="782"/>
                  </a:cubicBezTo>
                  <a:cubicBezTo>
                    <a:pt x="681" y="782"/>
                    <a:pt x="683" y="779"/>
                    <a:pt x="685" y="777"/>
                  </a:cubicBezTo>
                  <a:cubicBezTo>
                    <a:pt x="685" y="777"/>
                    <a:pt x="688" y="775"/>
                    <a:pt x="689" y="773"/>
                  </a:cubicBezTo>
                  <a:cubicBezTo>
                    <a:pt x="689" y="773"/>
                    <a:pt x="689" y="771"/>
                    <a:pt x="687" y="772"/>
                  </a:cubicBezTo>
                  <a:cubicBezTo>
                    <a:pt x="687" y="772"/>
                    <a:pt x="683" y="776"/>
                    <a:pt x="679" y="769"/>
                  </a:cubicBezTo>
                  <a:cubicBezTo>
                    <a:pt x="679" y="769"/>
                    <a:pt x="679" y="761"/>
                    <a:pt x="678" y="764"/>
                  </a:cubicBezTo>
                  <a:cubicBezTo>
                    <a:pt x="678" y="764"/>
                    <a:pt x="676" y="769"/>
                    <a:pt x="673" y="770"/>
                  </a:cubicBezTo>
                  <a:cubicBezTo>
                    <a:pt x="673" y="770"/>
                    <a:pt x="671" y="771"/>
                    <a:pt x="669" y="770"/>
                  </a:cubicBezTo>
                  <a:cubicBezTo>
                    <a:pt x="669" y="770"/>
                    <a:pt x="666" y="769"/>
                    <a:pt x="669" y="769"/>
                  </a:cubicBezTo>
                  <a:cubicBezTo>
                    <a:pt x="669" y="769"/>
                    <a:pt x="672" y="768"/>
                    <a:pt x="674" y="764"/>
                  </a:cubicBezTo>
                  <a:cubicBezTo>
                    <a:pt x="674" y="764"/>
                    <a:pt x="676" y="761"/>
                    <a:pt x="676" y="759"/>
                  </a:cubicBezTo>
                  <a:cubicBezTo>
                    <a:pt x="676" y="759"/>
                    <a:pt x="675" y="758"/>
                    <a:pt x="678" y="757"/>
                  </a:cubicBezTo>
                  <a:cubicBezTo>
                    <a:pt x="678" y="757"/>
                    <a:pt x="684" y="752"/>
                    <a:pt x="688" y="755"/>
                  </a:cubicBezTo>
                  <a:cubicBezTo>
                    <a:pt x="688" y="755"/>
                    <a:pt x="689" y="757"/>
                    <a:pt x="688" y="760"/>
                  </a:cubicBezTo>
                  <a:cubicBezTo>
                    <a:pt x="688" y="760"/>
                    <a:pt x="687" y="762"/>
                    <a:pt x="690" y="765"/>
                  </a:cubicBezTo>
                  <a:cubicBezTo>
                    <a:pt x="690" y="765"/>
                    <a:pt x="694" y="767"/>
                    <a:pt x="695" y="766"/>
                  </a:cubicBezTo>
                  <a:cubicBezTo>
                    <a:pt x="695" y="766"/>
                    <a:pt x="700" y="762"/>
                    <a:pt x="702" y="763"/>
                  </a:cubicBezTo>
                  <a:cubicBezTo>
                    <a:pt x="702" y="763"/>
                    <a:pt x="706" y="763"/>
                    <a:pt x="705" y="766"/>
                  </a:cubicBezTo>
                  <a:cubicBezTo>
                    <a:pt x="705" y="766"/>
                    <a:pt x="704" y="768"/>
                    <a:pt x="704" y="769"/>
                  </a:cubicBezTo>
                  <a:cubicBezTo>
                    <a:pt x="704" y="769"/>
                    <a:pt x="704" y="769"/>
                    <a:pt x="702" y="770"/>
                  </a:cubicBezTo>
                  <a:cubicBezTo>
                    <a:pt x="702" y="770"/>
                    <a:pt x="699" y="772"/>
                    <a:pt x="702" y="775"/>
                  </a:cubicBezTo>
                  <a:cubicBezTo>
                    <a:pt x="707" y="782"/>
                    <a:pt x="707" y="782"/>
                    <a:pt x="707" y="782"/>
                  </a:cubicBezTo>
                  <a:cubicBezTo>
                    <a:pt x="707" y="782"/>
                    <a:pt x="709" y="788"/>
                    <a:pt x="708" y="793"/>
                  </a:cubicBezTo>
                  <a:cubicBezTo>
                    <a:pt x="708" y="793"/>
                    <a:pt x="707" y="795"/>
                    <a:pt x="706" y="796"/>
                  </a:cubicBezTo>
                  <a:close/>
                  <a:moveTo>
                    <a:pt x="452" y="787"/>
                  </a:moveTo>
                  <a:cubicBezTo>
                    <a:pt x="268" y="787"/>
                    <a:pt x="119" y="638"/>
                    <a:pt x="119" y="454"/>
                  </a:cubicBezTo>
                  <a:cubicBezTo>
                    <a:pt x="119" y="270"/>
                    <a:pt x="268" y="121"/>
                    <a:pt x="452" y="121"/>
                  </a:cubicBezTo>
                  <a:cubicBezTo>
                    <a:pt x="636" y="121"/>
                    <a:pt x="785" y="270"/>
                    <a:pt x="785" y="454"/>
                  </a:cubicBezTo>
                  <a:cubicBezTo>
                    <a:pt x="785" y="638"/>
                    <a:pt x="636" y="787"/>
                    <a:pt x="452" y="787"/>
                  </a:cubicBezTo>
                  <a:close/>
                  <a:moveTo>
                    <a:pt x="779" y="318"/>
                  </a:moveTo>
                  <a:cubicBezTo>
                    <a:pt x="776" y="310"/>
                    <a:pt x="775" y="303"/>
                    <a:pt x="778" y="296"/>
                  </a:cubicBezTo>
                  <a:cubicBezTo>
                    <a:pt x="780" y="290"/>
                    <a:pt x="785" y="285"/>
                    <a:pt x="793" y="282"/>
                  </a:cubicBezTo>
                  <a:cubicBezTo>
                    <a:pt x="798" y="280"/>
                    <a:pt x="802" y="279"/>
                    <a:pt x="806" y="279"/>
                  </a:cubicBezTo>
                  <a:cubicBezTo>
                    <a:pt x="809" y="279"/>
                    <a:pt x="812" y="280"/>
                    <a:pt x="815" y="281"/>
                  </a:cubicBezTo>
                  <a:cubicBezTo>
                    <a:pt x="817" y="283"/>
                    <a:pt x="820" y="284"/>
                    <a:pt x="822" y="286"/>
                  </a:cubicBezTo>
                  <a:cubicBezTo>
                    <a:pt x="824" y="289"/>
                    <a:pt x="827" y="293"/>
                    <a:pt x="828" y="297"/>
                  </a:cubicBezTo>
                  <a:cubicBezTo>
                    <a:pt x="832" y="305"/>
                    <a:pt x="832" y="312"/>
                    <a:pt x="829" y="318"/>
                  </a:cubicBezTo>
                  <a:cubicBezTo>
                    <a:pt x="827" y="325"/>
                    <a:pt x="822" y="330"/>
                    <a:pt x="814" y="333"/>
                  </a:cubicBezTo>
                  <a:cubicBezTo>
                    <a:pt x="806" y="336"/>
                    <a:pt x="799" y="336"/>
                    <a:pt x="793" y="333"/>
                  </a:cubicBezTo>
                  <a:cubicBezTo>
                    <a:pt x="787" y="331"/>
                    <a:pt x="782" y="325"/>
                    <a:pt x="779" y="318"/>
                  </a:cubicBezTo>
                  <a:close/>
                  <a:moveTo>
                    <a:pt x="841" y="337"/>
                  </a:moveTo>
                  <a:cubicBezTo>
                    <a:pt x="844" y="348"/>
                    <a:pt x="844" y="348"/>
                    <a:pt x="844" y="348"/>
                  </a:cubicBezTo>
                  <a:cubicBezTo>
                    <a:pt x="803" y="358"/>
                    <a:pt x="803" y="358"/>
                    <a:pt x="803" y="358"/>
                  </a:cubicBezTo>
                  <a:cubicBezTo>
                    <a:pt x="810" y="386"/>
                    <a:pt x="810" y="386"/>
                    <a:pt x="810" y="386"/>
                  </a:cubicBezTo>
                  <a:cubicBezTo>
                    <a:pt x="801" y="388"/>
                    <a:pt x="801" y="388"/>
                    <a:pt x="801" y="388"/>
                  </a:cubicBezTo>
                  <a:cubicBezTo>
                    <a:pt x="792" y="349"/>
                    <a:pt x="792" y="349"/>
                    <a:pt x="792" y="349"/>
                  </a:cubicBezTo>
                  <a:lnTo>
                    <a:pt x="841" y="337"/>
                  </a:lnTo>
                  <a:close/>
                  <a:moveTo>
                    <a:pt x="852" y="525"/>
                  </a:moveTo>
                  <a:cubicBezTo>
                    <a:pt x="816" y="528"/>
                    <a:pt x="816" y="528"/>
                    <a:pt x="816" y="528"/>
                  </a:cubicBezTo>
                  <a:cubicBezTo>
                    <a:pt x="848" y="545"/>
                    <a:pt x="848" y="545"/>
                    <a:pt x="848" y="545"/>
                  </a:cubicBezTo>
                  <a:cubicBezTo>
                    <a:pt x="845" y="562"/>
                    <a:pt x="845" y="562"/>
                    <a:pt x="845" y="562"/>
                  </a:cubicBezTo>
                  <a:cubicBezTo>
                    <a:pt x="794" y="552"/>
                    <a:pt x="794" y="552"/>
                    <a:pt x="794" y="552"/>
                  </a:cubicBezTo>
                  <a:cubicBezTo>
                    <a:pt x="796" y="541"/>
                    <a:pt x="796" y="541"/>
                    <a:pt x="796" y="541"/>
                  </a:cubicBezTo>
                  <a:cubicBezTo>
                    <a:pt x="836" y="549"/>
                    <a:pt x="836" y="549"/>
                    <a:pt x="836" y="549"/>
                  </a:cubicBezTo>
                  <a:cubicBezTo>
                    <a:pt x="798" y="530"/>
                    <a:pt x="798" y="530"/>
                    <a:pt x="798" y="530"/>
                  </a:cubicBezTo>
                  <a:cubicBezTo>
                    <a:pt x="801" y="519"/>
                    <a:pt x="801" y="519"/>
                    <a:pt x="801" y="519"/>
                  </a:cubicBezTo>
                  <a:cubicBezTo>
                    <a:pt x="843" y="516"/>
                    <a:pt x="843" y="516"/>
                    <a:pt x="843" y="516"/>
                  </a:cubicBezTo>
                  <a:cubicBezTo>
                    <a:pt x="803" y="508"/>
                    <a:pt x="803" y="508"/>
                    <a:pt x="803" y="508"/>
                  </a:cubicBezTo>
                  <a:cubicBezTo>
                    <a:pt x="805" y="498"/>
                    <a:pt x="805" y="498"/>
                    <a:pt x="805" y="498"/>
                  </a:cubicBezTo>
                  <a:cubicBezTo>
                    <a:pt x="856" y="508"/>
                    <a:pt x="856" y="508"/>
                    <a:pt x="856" y="508"/>
                  </a:cubicBezTo>
                  <a:lnTo>
                    <a:pt x="852" y="525"/>
                  </a:lnTo>
                  <a:close/>
                  <a:moveTo>
                    <a:pt x="816" y="474"/>
                  </a:moveTo>
                  <a:cubicBezTo>
                    <a:pt x="817" y="476"/>
                    <a:pt x="818" y="477"/>
                    <a:pt x="820" y="477"/>
                  </a:cubicBezTo>
                  <a:cubicBezTo>
                    <a:pt x="822" y="478"/>
                    <a:pt x="825" y="478"/>
                    <a:pt x="829" y="478"/>
                  </a:cubicBezTo>
                  <a:cubicBezTo>
                    <a:pt x="858" y="479"/>
                    <a:pt x="858" y="479"/>
                    <a:pt x="858" y="479"/>
                  </a:cubicBezTo>
                  <a:cubicBezTo>
                    <a:pt x="857" y="491"/>
                    <a:pt x="857" y="491"/>
                    <a:pt x="857" y="491"/>
                  </a:cubicBezTo>
                  <a:cubicBezTo>
                    <a:pt x="830" y="490"/>
                    <a:pt x="830" y="490"/>
                    <a:pt x="830" y="490"/>
                  </a:cubicBezTo>
                  <a:cubicBezTo>
                    <a:pt x="824" y="490"/>
                    <a:pt x="819" y="489"/>
                    <a:pt x="817" y="488"/>
                  </a:cubicBezTo>
                  <a:cubicBezTo>
                    <a:pt x="814" y="488"/>
                    <a:pt x="812" y="486"/>
                    <a:pt x="811" y="485"/>
                  </a:cubicBezTo>
                  <a:cubicBezTo>
                    <a:pt x="809" y="483"/>
                    <a:pt x="808" y="481"/>
                    <a:pt x="807" y="478"/>
                  </a:cubicBezTo>
                  <a:cubicBezTo>
                    <a:pt x="806" y="475"/>
                    <a:pt x="805" y="471"/>
                    <a:pt x="805" y="467"/>
                  </a:cubicBezTo>
                  <a:cubicBezTo>
                    <a:pt x="806" y="461"/>
                    <a:pt x="806" y="457"/>
                    <a:pt x="808" y="455"/>
                  </a:cubicBezTo>
                  <a:cubicBezTo>
                    <a:pt x="809" y="452"/>
                    <a:pt x="810" y="450"/>
                    <a:pt x="812" y="448"/>
                  </a:cubicBezTo>
                  <a:cubicBezTo>
                    <a:pt x="814" y="447"/>
                    <a:pt x="816" y="446"/>
                    <a:pt x="818" y="445"/>
                  </a:cubicBezTo>
                  <a:cubicBezTo>
                    <a:pt x="821" y="444"/>
                    <a:pt x="825" y="444"/>
                    <a:pt x="831" y="444"/>
                  </a:cubicBezTo>
                  <a:cubicBezTo>
                    <a:pt x="859" y="445"/>
                    <a:pt x="859" y="445"/>
                    <a:pt x="859" y="445"/>
                  </a:cubicBezTo>
                  <a:cubicBezTo>
                    <a:pt x="858" y="457"/>
                    <a:pt x="858" y="457"/>
                    <a:pt x="858" y="457"/>
                  </a:cubicBezTo>
                  <a:cubicBezTo>
                    <a:pt x="830" y="456"/>
                    <a:pt x="830" y="456"/>
                    <a:pt x="830" y="456"/>
                  </a:cubicBezTo>
                  <a:cubicBezTo>
                    <a:pt x="826" y="456"/>
                    <a:pt x="823" y="456"/>
                    <a:pt x="822" y="456"/>
                  </a:cubicBezTo>
                  <a:cubicBezTo>
                    <a:pt x="819" y="456"/>
                    <a:pt x="818" y="457"/>
                    <a:pt x="816" y="459"/>
                  </a:cubicBezTo>
                  <a:cubicBezTo>
                    <a:pt x="815" y="461"/>
                    <a:pt x="814" y="464"/>
                    <a:pt x="814" y="467"/>
                  </a:cubicBezTo>
                  <a:cubicBezTo>
                    <a:pt x="814" y="470"/>
                    <a:pt x="815" y="473"/>
                    <a:pt x="816" y="4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68"/>
            <p:cNvSpPr/>
            <p:nvPr/>
          </p:nvSpPr>
          <p:spPr bwMode="auto">
            <a:xfrm>
              <a:off x="6087558" y="4249111"/>
              <a:ext cx="41275" cy="39688"/>
            </a:xfrm>
            <a:custGeom>
              <a:avLst/>
              <a:gdLst>
                <a:gd name="T0" fmla="*/ 13 w 22"/>
                <a:gd name="T1" fmla="*/ 20 h 21"/>
                <a:gd name="T2" fmla="*/ 17 w 22"/>
                <a:gd name="T3" fmla="*/ 20 h 21"/>
                <a:gd name="T4" fmla="*/ 21 w 22"/>
                <a:gd name="T5" fmla="*/ 17 h 21"/>
                <a:gd name="T6" fmla="*/ 22 w 22"/>
                <a:gd name="T7" fmla="*/ 13 h 21"/>
                <a:gd name="T8" fmla="*/ 19 w 22"/>
                <a:gd name="T9" fmla="*/ 8 h 21"/>
                <a:gd name="T10" fmla="*/ 13 w 22"/>
                <a:gd name="T11" fmla="*/ 3 h 21"/>
                <a:gd name="T12" fmla="*/ 8 w 22"/>
                <a:gd name="T13" fmla="*/ 0 h 21"/>
                <a:gd name="T14" fmla="*/ 0 w 22"/>
                <a:gd name="T15" fmla="*/ 12 h 21"/>
                <a:gd name="T16" fmla="*/ 5 w 22"/>
                <a:gd name="T17" fmla="*/ 16 h 21"/>
                <a:gd name="T18" fmla="*/ 13 w 22"/>
                <a:gd name="T19"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1">
                  <a:moveTo>
                    <a:pt x="13" y="20"/>
                  </a:moveTo>
                  <a:cubicBezTo>
                    <a:pt x="14" y="21"/>
                    <a:pt x="16" y="21"/>
                    <a:pt x="17" y="20"/>
                  </a:cubicBezTo>
                  <a:cubicBezTo>
                    <a:pt x="19" y="20"/>
                    <a:pt x="20" y="19"/>
                    <a:pt x="21" y="17"/>
                  </a:cubicBezTo>
                  <a:cubicBezTo>
                    <a:pt x="22" y="16"/>
                    <a:pt x="22" y="14"/>
                    <a:pt x="22" y="13"/>
                  </a:cubicBezTo>
                  <a:cubicBezTo>
                    <a:pt x="22" y="11"/>
                    <a:pt x="21" y="9"/>
                    <a:pt x="19" y="8"/>
                  </a:cubicBezTo>
                  <a:cubicBezTo>
                    <a:pt x="18" y="7"/>
                    <a:pt x="16" y="5"/>
                    <a:pt x="13" y="3"/>
                  </a:cubicBezTo>
                  <a:cubicBezTo>
                    <a:pt x="8" y="0"/>
                    <a:pt x="8" y="0"/>
                    <a:pt x="8" y="0"/>
                  </a:cubicBezTo>
                  <a:cubicBezTo>
                    <a:pt x="0" y="12"/>
                    <a:pt x="0" y="12"/>
                    <a:pt x="0" y="12"/>
                  </a:cubicBezTo>
                  <a:cubicBezTo>
                    <a:pt x="5" y="16"/>
                    <a:pt x="5" y="16"/>
                    <a:pt x="5" y="16"/>
                  </a:cubicBezTo>
                  <a:cubicBezTo>
                    <a:pt x="9" y="18"/>
                    <a:pt x="11" y="20"/>
                    <a:pt x="13"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69"/>
            <p:cNvSpPr/>
            <p:nvPr/>
          </p:nvSpPr>
          <p:spPr bwMode="auto">
            <a:xfrm>
              <a:off x="5819270" y="5563561"/>
              <a:ext cx="33338" cy="52388"/>
            </a:xfrm>
            <a:custGeom>
              <a:avLst/>
              <a:gdLst>
                <a:gd name="T0" fmla="*/ 3 w 18"/>
                <a:gd name="T1" fmla="*/ 3 h 28"/>
                <a:gd name="T2" fmla="*/ 5 w 18"/>
                <a:gd name="T3" fmla="*/ 6 h 28"/>
                <a:gd name="T4" fmla="*/ 7 w 18"/>
                <a:gd name="T5" fmla="*/ 8 h 28"/>
                <a:gd name="T6" fmla="*/ 7 w 18"/>
                <a:gd name="T7" fmla="*/ 11 h 28"/>
                <a:gd name="T8" fmla="*/ 6 w 18"/>
                <a:gd name="T9" fmla="*/ 13 h 28"/>
                <a:gd name="T10" fmla="*/ 2 w 18"/>
                <a:gd name="T11" fmla="*/ 19 h 28"/>
                <a:gd name="T12" fmla="*/ 3 w 18"/>
                <a:gd name="T13" fmla="*/ 25 h 28"/>
                <a:gd name="T14" fmla="*/ 8 w 18"/>
                <a:gd name="T15" fmla="*/ 22 h 28"/>
                <a:gd name="T16" fmla="*/ 9 w 18"/>
                <a:gd name="T17" fmla="*/ 21 h 28"/>
                <a:gd name="T18" fmla="*/ 10 w 18"/>
                <a:gd name="T19" fmla="*/ 19 h 28"/>
                <a:gd name="T20" fmla="*/ 14 w 18"/>
                <a:gd name="T21" fmla="*/ 13 h 28"/>
                <a:gd name="T22" fmla="*/ 17 w 18"/>
                <a:gd name="T23" fmla="*/ 6 h 28"/>
                <a:gd name="T24" fmla="*/ 17 w 18"/>
                <a:gd name="T25" fmla="*/ 4 h 28"/>
                <a:gd name="T26" fmla="*/ 12 w 18"/>
                <a:gd name="T27" fmla="*/ 1 h 28"/>
                <a:gd name="T28" fmla="*/ 7 w 18"/>
                <a:gd name="T29" fmla="*/ 0 h 28"/>
                <a:gd name="T30" fmla="*/ 4 w 18"/>
                <a:gd name="T31" fmla="*/ 0 h 28"/>
                <a:gd name="T32" fmla="*/ 3 w 18"/>
                <a:gd name="T33"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28">
                  <a:moveTo>
                    <a:pt x="3" y="3"/>
                  </a:moveTo>
                  <a:cubicBezTo>
                    <a:pt x="4" y="4"/>
                    <a:pt x="5" y="6"/>
                    <a:pt x="5" y="6"/>
                  </a:cubicBezTo>
                  <a:cubicBezTo>
                    <a:pt x="6" y="8"/>
                    <a:pt x="7" y="8"/>
                    <a:pt x="7" y="8"/>
                  </a:cubicBezTo>
                  <a:cubicBezTo>
                    <a:pt x="8" y="9"/>
                    <a:pt x="7" y="11"/>
                    <a:pt x="7" y="11"/>
                  </a:cubicBezTo>
                  <a:cubicBezTo>
                    <a:pt x="6" y="12"/>
                    <a:pt x="6" y="13"/>
                    <a:pt x="6" y="13"/>
                  </a:cubicBezTo>
                  <a:cubicBezTo>
                    <a:pt x="5" y="16"/>
                    <a:pt x="2" y="19"/>
                    <a:pt x="2" y="19"/>
                  </a:cubicBezTo>
                  <a:cubicBezTo>
                    <a:pt x="0" y="21"/>
                    <a:pt x="3" y="25"/>
                    <a:pt x="3" y="25"/>
                  </a:cubicBezTo>
                  <a:cubicBezTo>
                    <a:pt x="4" y="28"/>
                    <a:pt x="8" y="22"/>
                    <a:pt x="8" y="22"/>
                  </a:cubicBezTo>
                  <a:cubicBezTo>
                    <a:pt x="8" y="21"/>
                    <a:pt x="9" y="21"/>
                    <a:pt x="9" y="21"/>
                  </a:cubicBezTo>
                  <a:cubicBezTo>
                    <a:pt x="10" y="20"/>
                    <a:pt x="10" y="19"/>
                    <a:pt x="10" y="19"/>
                  </a:cubicBezTo>
                  <a:cubicBezTo>
                    <a:pt x="12" y="16"/>
                    <a:pt x="14" y="13"/>
                    <a:pt x="14" y="13"/>
                  </a:cubicBezTo>
                  <a:cubicBezTo>
                    <a:pt x="15" y="12"/>
                    <a:pt x="17" y="6"/>
                    <a:pt x="17" y="6"/>
                  </a:cubicBezTo>
                  <a:cubicBezTo>
                    <a:pt x="18" y="6"/>
                    <a:pt x="17" y="4"/>
                    <a:pt x="17" y="4"/>
                  </a:cubicBezTo>
                  <a:cubicBezTo>
                    <a:pt x="17" y="3"/>
                    <a:pt x="12" y="1"/>
                    <a:pt x="12" y="1"/>
                  </a:cubicBezTo>
                  <a:cubicBezTo>
                    <a:pt x="11" y="1"/>
                    <a:pt x="9" y="0"/>
                    <a:pt x="7" y="0"/>
                  </a:cubicBezTo>
                  <a:cubicBezTo>
                    <a:pt x="6" y="0"/>
                    <a:pt x="4" y="0"/>
                    <a:pt x="4" y="0"/>
                  </a:cubicBezTo>
                  <a:cubicBezTo>
                    <a:pt x="1" y="1"/>
                    <a:pt x="3" y="3"/>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70"/>
            <p:cNvSpPr/>
            <p:nvPr/>
          </p:nvSpPr>
          <p:spPr bwMode="auto">
            <a:xfrm>
              <a:off x="6317745" y="4565023"/>
              <a:ext cx="68263" cy="63500"/>
            </a:xfrm>
            <a:custGeom>
              <a:avLst/>
              <a:gdLst>
                <a:gd name="T0" fmla="*/ 25 w 37"/>
                <a:gd name="T1" fmla="*/ 32 h 34"/>
                <a:gd name="T2" fmla="*/ 35 w 37"/>
                <a:gd name="T3" fmla="*/ 23 h 34"/>
                <a:gd name="T4" fmla="*/ 35 w 37"/>
                <a:gd name="T5" fmla="*/ 10 h 34"/>
                <a:gd name="T6" fmla="*/ 27 w 37"/>
                <a:gd name="T7" fmla="*/ 2 h 34"/>
                <a:gd name="T8" fmla="*/ 13 w 37"/>
                <a:gd name="T9" fmla="*/ 3 h 34"/>
                <a:gd name="T10" fmla="*/ 2 w 37"/>
                <a:gd name="T11" fmla="*/ 12 h 34"/>
                <a:gd name="T12" fmla="*/ 2 w 37"/>
                <a:gd name="T13" fmla="*/ 24 h 34"/>
                <a:gd name="T14" fmla="*/ 11 w 37"/>
                <a:gd name="T15" fmla="*/ 33 h 34"/>
                <a:gd name="T16" fmla="*/ 25 w 37"/>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4">
                  <a:moveTo>
                    <a:pt x="25" y="32"/>
                  </a:moveTo>
                  <a:cubicBezTo>
                    <a:pt x="30" y="29"/>
                    <a:pt x="34" y="26"/>
                    <a:pt x="35" y="23"/>
                  </a:cubicBezTo>
                  <a:cubicBezTo>
                    <a:pt x="37" y="19"/>
                    <a:pt x="37" y="15"/>
                    <a:pt x="35" y="10"/>
                  </a:cubicBezTo>
                  <a:cubicBezTo>
                    <a:pt x="33" y="6"/>
                    <a:pt x="31" y="3"/>
                    <a:pt x="27" y="2"/>
                  </a:cubicBezTo>
                  <a:cubicBezTo>
                    <a:pt x="23" y="0"/>
                    <a:pt x="18" y="0"/>
                    <a:pt x="13" y="3"/>
                  </a:cubicBezTo>
                  <a:cubicBezTo>
                    <a:pt x="7" y="5"/>
                    <a:pt x="4" y="8"/>
                    <a:pt x="2" y="12"/>
                  </a:cubicBezTo>
                  <a:cubicBezTo>
                    <a:pt x="0" y="16"/>
                    <a:pt x="0" y="20"/>
                    <a:pt x="2" y="24"/>
                  </a:cubicBezTo>
                  <a:cubicBezTo>
                    <a:pt x="4" y="28"/>
                    <a:pt x="7" y="31"/>
                    <a:pt x="11" y="33"/>
                  </a:cubicBezTo>
                  <a:cubicBezTo>
                    <a:pt x="14" y="34"/>
                    <a:pt x="19" y="34"/>
                    <a:pt x="25"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4" name="文本框 3"/>
          <p:cNvSpPr txBox="1"/>
          <p:nvPr userDrawn="1"/>
        </p:nvSpPr>
        <p:spPr>
          <a:xfrm>
            <a:off x="1043939" y="1761846"/>
            <a:ext cx="9758680" cy="1323439"/>
          </a:xfrm>
          <a:prstGeom prst="rect">
            <a:avLst/>
          </a:prstGeom>
          <a:noFill/>
        </p:spPr>
        <p:txBody>
          <a:bodyPr wrap="square" rtlCol="0">
            <a:spAutoFit/>
          </a:bodyPr>
          <a:lstStyle/>
          <a:p>
            <a:pPr algn="ctr"/>
            <a:r>
              <a:rPr lang="en-US" altLang="zh-CN" sz="8000" dirty="0">
                <a:gradFill>
                  <a:gsLst>
                    <a:gs pos="0">
                      <a:schemeClr val="accent1"/>
                    </a:gs>
                    <a:gs pos="100000">
                      <a:schemeClr val="bg1">
                        <a:alpha val="0"/>
                      </a:schemeClr>
                    </a:gs>
                  </a:gsLst>
                  <a:lin ang="5400000" scaled="1"/>
                </a:gradFill>
                <a:latin typeface="Impact" panose="020B0806030902050204" pitchFamily="34" charset="0"/>
              </a:rPr>
              <a:t>THANKS FOR LISTENING</a:t>
            </a:r>
            <a:endParaRPr lang="zh-CN" altLang="en-US" sz="8000" dirty="0">
              <a:gradFill>
                <a:gsLst>
                  <a:gs pos="0">
                    <a:schemeClr val="accent1"/>
                  </a:gs>
                  <a:gs pos="100000">
                    <a:schemeClr val="bg1">
                      <a:alpha val="0"/>
                    </a:schemeClr>
                  </a:gs>
                </a:gsLst>
                <a:lin ang="5400000" scaled="1"/>
              </a:gradFill>
              <a:latin typeface="Impact" panose="020B0806030902050204" pitchFamily="34" charset="0"/>
            </a:endParaRPr>
          </a:p>
        </p:txBody>
      </p:sp>
      <p:sp>
        <p:nvSpPr>
          <p:cNvPr id="2" name="标题 1"/>
          <p:cNvSpPr>
            <a:spLocks noGrp="1"/>
          </p:cNvSpPr>
          <p:nvPr>
            <p:ph type="ctrTitle"/>
          </p:nvPr>
        </p:nvSpPr>
        <p:spPr>
          <a:xfrm>
            <a:off x="2002549" y="2332940"/>
            <a:ext cx="8186902" cy="833759"/>
          </a:xfrm>
        </p:spPr>
        <p:txBody>
          <a:bodyPr lIns="0" rIns="0" bIns="0" anchor="b" anchorCtr="0">
            <a:normAutofit/>
          </a:bodyPr>
          <a:lstStyle>
            <a:lvl1pPr algn="ctr">
              <a:defRPr lang="zh-CN" altLang="en-US" sz="4400" b="1" kern="1200" dirty="0">
                <a:solidFill>
                  <a:schemeClr val="tx1">
                    <a:lumMod val="95000"/>
                    <a:lumOff val="5000"/>
                  </a:schemeClr>
                </a:solidFill>
                <a:latin typeface="+mj-lt"/>
                <a:ea typeface="+mj-ea"/>
                <a:cs typeface="+mj-cs"/>
              </a:defRPr>
            </a:lvl1pPr>
          </a:lstStyle>
          <a:p>
            <a:r>
              <a:rPr lang="zh-CN" altLang="en-US" dirty="0"/>
              <a:t>单击此处编辑母版标题样式</a:t>
            </a:r>
          </a:p>
        </p:txBody>
      </p:sp>
      <p:sp>
        <p:nvSpPr>
          <p:cNvPr id="3" name="副标题 2"/>
          <p:cNvSpPr>
            <a:spLocks noGrp="1"/>
          </p:cNvSpPr>
          <p:nvPr>
            <p:ph type="subTitle" idx="1"/>
          </p:nvPr>
        </p:nvSpPr>
        <p:spPr>
          <a:xfrm>
            <a:off x="2002549" y="4013895"/>
            <a:ext cx="8186902" cy="472251"/>
          </a:xfrm>
        </p:spPr>
        <p:txBody>
          <a:bodyPr wrap="square" lIns="0" rIns="0" anchor="t" anchorCtr="0">
            <a:normAutofit/>
          </a:bodyPr>
          <a:lstStyle>
            <a:lvl1pPr marL="0" indent="0" algn="ctr">
              <a:buNone/>
              <a:defRPr sz="1800">
                <a:solidFill>
                  <a:schemeClr val="bg1">
                    <a:lumMod val="50000"/>
                  </a:schemeClr>
                </a:solidFill>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pic>
        <p:nvPicPr>
          <p:cNvPr id="84" name="图片 83"/>
          <p:cNvPicPr>
            <a:picLocks noChangeAspect="1"/>
          </p:cNvPicPr>
          <p:nvPr userDrawn="1"/>
        </p:nvPicPr>
        <p:blipFill>
          <a:blip r:embed="rId2"/>
          <a:stretch>
            <a:fillRect/>
          </a:stretch>
        </p:blipFill>
        <p:spPr>
          <a:xfrm>
            <a:off x="5100338" y="5571410"/>
            <a:ext cx="1991324" cy="475325"/>
          </a:xfrm>
          <a:prstGeom prst="rect">
            <a:avLst/>
          </a:prstGeom>
        </p:spPr>
      </p:pic>
      <p:cxnSp>
        <p:nvCxnSpPr>
          <p:cNvPr id="85" name="直接连接符 84"/>
          <p:cNvCxnSpPr/>
          <p:nvPr userDrawn="1"/>
        </p:nvCxnSpPr>
        <p:spPr>
          <a:xfrm>
            <a:off x="5186680" y="3632200"/>
            <a:ext cx="1818640"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tx1"/>
                </a:solidFill>
              </a:defRPr>
            </a:lvl1pPr>
          </a:lstStyle>
          <a:p>
            <a:r>
              <a:rPr lang="zh-CN" altLang="en-US" dirty="0"/>
              <a:t>单击此处编辑母版标题样式</a:t>
            </a:r>
          </a:p>
        </p:txBody>
      </p:sp>
      <p:sp>
        <p:nvSpPr>
          <p:cNvPr id="3" name="内容占位符 2"/>
          <p:cNvSpPr>
            <a:spLocks noGrp="1"/>
          </p:cNvSpPr>
          <p:nvPr>
            <p:ph idx="1" hasCustomPrompt="1"/>
          </p:nvPr>
        </p:nvSpPr>
        <p:spPr>
          <a:xfrm>
            <a:off x="660400" y="1165224"/>
            <a:ext cx="10858500" cy="473773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lstStyle/>
          <a:p>
            <a:endParaRPr lang="zh-CN" altLang="en-US" dirty="0"/>
          </a:p>
        </p:txBody>
      </p:sp>
      <p:cxnSp>
        <p:nvCxnSpPr>
          <p:cNvPr id="16" name="直接连接符 15"/>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lstStyle/>
          <a:p>
            <a:endParaRPr lang="zh-CN" altLang="en-US" dirty="0"/>
          </a:p>
        </p:txBody>
      </p:sp>
      <p:cxnSp>
        <p:nvCxnSpPr>
          <p:cNvPr id="16" name="直接连接符 15"/>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特别说明版式">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lstStyle/>
          <a:p>
            <a:endParaRPr lang="zh-CN" altLang="en-US" dirty="0"/>
          </a:p>
        </p:txBody>
      </p:sp>
      <p:cxnSp>
        <p:nvCxnSpPr>
          <p:cNvPr id="16" name="直接连接符 15"/>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1243080" y="1702820"/>
            <a:ext cx="3038400" cy="2341146"/>
            <a:chOff x="1243693" y="1981257"/>
            <a:chExt cx="3038400" cy="2341146"/>
          </a:xfrm>
        </p:grpSpPr>
        <p:cxnSp>
          <p:nvCxnSpPr>
            <p:cNvPr id="14" name="直接连接符 13"/>
            <p:cNvCxnSpPr/>
            <p:nvPr/>
          </p:nvCxnSpPr>
          <p:spPr>
            <a:xfrm>
              <a:off x="2376714" y="2585247"/>
              <a:ext cx="77235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2160396" y="1981257"/>
              <a:ext cx="1204995" cy="400110"/>
            </a:xfrm>
            <a:prstGeom prst="rect">
              <a:avLst/>
            </a:prstGeom>
            <a:noFill/>
          </p:spPr>
          <p:txBody>
            <a:bodyPr wrap="square" lIns="90000" rtlCol="0">
              <a:spAutoFit/>
            </a:bodyPr>
            <a:lstStyle/>
            <a:p>
              <a:pPr algn="ctr"/>
              <a:r>
                <a:rPr lang="zh-CN" altLang="en-US" sz="2000" b="1" dirty="0">
                  <a:solidFill>
                    <a:schemeClr val="accent1"/>
                  </a:solidFill>
                  <a:latin typeface="+mj-ea"/>
                  <a:ea typeface="+mj-ea"/>
                </a:rPr>
                <a:t>模板作者</a:t>
              </a:r>
            </a:p>
          </p:txBody>
        </p:sp>
        <p:sp>
          <p:nvSpPr>
            <p:cNvPr id="17" name="文本框 16"/>
            <p:cNvSpPr txBox="1"/>
            <p:nvPr/>
          </p:nvSpPr>
          <p:spPr>
            <a:xfrm>
              <a:off x="1243693" y="2823851"/>
              <a:ext cx="3038400" cy="1498552"/>
            </a:xfrm>
            <a:prstGeom prst="rect">
              <a:avLst/>
            </a:prstGeom>
            <a:noFill/>
          </p:spPr>
          <p:txBody>
            <a:bodyPr wrap="square" lIns="90000" rtlCol="0">
              <a:spAutoFit/>
            </a:bodyPr>
            <a:lstStyle/>
            <a:p>
              <a:pPr algn="ctr">
                <a:lnSpc>
                  <a:spcPct val="130000"/>
                </a:lnSpc>
              </a:pPr>
              <a:r>
                <a:rPr lang="zh-CN" altLang="en-US" dirty="0">
                  <a:solidFill>
                    <a:schemeClr val="tx1">
                      <a:lumMod val="85000"/>
                      <a:lumOff val="15000"/>
                    </a:schemeClr>
                  </a:solidFill>
                </a:rPr>
                <a:t>作者：王志浩</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中国石油大学</a:t>
              </a:r>
              <a:r>
                <a:rPr lang="en-US" altLang="zh-CN" dirty="0">
                  <a:solidFill>
                    <a:schemeClr val="tx1">
                      <a:lumMod val="85000"/>
                      <a:lumOff val="15000"/>
                    </a:schemeClr>
                  </a:solidFill>
                </a:rPr>
                <a:t>(</a:t>
              </a:r>
              <a:r>
                <a:rPr lang="zh-CN" altLang="en-US" dirty="0">
                  <a:solidFill>
                    <a:schemeClr val="tx1">
                      <a:lumMod val="85000"/>
                      <a:lumOff val="15000"/>
                    </a:schemeClr>
                  </a:solidFill>
                </a:rPr>
                <a:t>华东</a:t>
              </a:r>
              <a:r>
                <a:rPr lang="en-US" altLang="zh-CN" dirty="0">
                  <a:solidFill>
                    <a:schemeClr val="tx1">
                      <a:lumMod val="85000"/>
                      <a:lumOff val="15000"/>
                    </a:schemeClr>
                  </a:solidFill>
                </a:rPr>
                <a:t>) </a:t>
              </a:r>
            </a:p>
            <a:p>
              <a:pPr algn="ctr">
                <a:lnSpc>
                  <a:spcPct val="130000"/>
                </a:lnSpc>
              </a:pPr>
              <a:r>
                <a:rPr lang="zh-CN" altLang="en-US" dirty="0">
                  <a:solidFill>
                    <a:schemeClr val="tx1">
                      <a:lumMod val="85000"/>
                      <a:lumOff val="15000"/>
                    </a:schemeClr>
                  </a:solidFill>
                </a:rPr>
                <a:t>计算机科学与技术</a:t>
              </a:r>
              <a:r>
                <a:rPr lang="en-US" altLang="zh-CN" dirty="0">
                  <a:solidFill>
                    <a:schemeClr val="tx1">
                      <a:lumMod val="85000"/>
                      <a:lumOff val="15000"/>
                    </a:schemeClr>
                  </a:solidFill>
                </a:rPr>
                <a:t>(</a:t>
              </a:r>
              <a:r>
                <a:rPr lang="zh-CN" altLang="en-US" dirty="0">
                  <a:solidFill>
                    <a:schemeClr val="tx1">
                      <a:lumMod val="85000"/>
                      <a:lumOff val="15000"/>
                    </a:schemeClr>
                  </a:solidFill>
                </a:rPr>
                <a:t>实验</a:t>
              </a:r>
              <a:r>
                <a:rPr lang="en-US" altLang="zh-CN" dirty="0">
                  <a:solidFill>
                    <a:schemeClr val="tx1">
                      <a:lumMod val="85000"/>
                      <a:lumOff val="15000"/>
                    </a:schemeClr>
                  </a:solidFill>
                </a:rPr>
                <a:t>)</a:t>
              </a:r>
            </a:p>
            <a:p>
              <a:pPr algn="ctr">
                <a:lnSpc>
                  <a:spcPct val="130000"/>
                </a:lnSpc>
              </a:pPr>
              <a:r>
                <a:rPr lang="en-US" altLang="zh-CN" dirty="0">
                  <a:solidFill>
                    <a:schemeClr val="tx1">
                      <a:lumMod val="85000"/>
                      <a:lumOff val="15000"/>
                    </a:schemeClr>
                  </a:solidFill>
                </a:rPr>
                <a:t>2015</a:t>
              </a:r>
              <a:r>
                <a:rPr lang="zh-CN" altLang="en-US" dirty="0">
                  <a:solidFill>
                    <a:schemeClr val="tx1">
                      <a:lumMod val="85000"/>
                      <a:lumOff val="15000"/>
                    </a:schemeClr>
                  </a:solidFill>
                </a:rPr>
                <a:t>级</a:t>
              </a:r>
            </a:p>
          </p:txBody>
        </p:sp>
      </p:grpSp>
      <p:cxnSp>
        <p:nvCxnSpPr>
          <p:cNvPr id="18" name="直接连接符 17"/>
          <p:cNvCxnSpPr/>
          <p:nvPr userDrawn="1"/>
        </p:nvCxnSpPr>
        <p:spPr>
          <a:xfrm>
            <a:off x="4429140" y="1863214"/>
            <a:ext cx="0" cy="20203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userDrawn="1"/>
        </p:nvGrpSpPr>
        <p:grpSpPr>
          <a:xfrm>
            <a:off x="4576800" y="1702820"/>
            <a:ext cx="3038400" cy="1981047"/>
            <a:chOff x="4577413" y="1981257"/>
            <a:chExt cx="3038400" cy="1981047"/>
          </a:xfrm>
        </p:grpSpPr>
        <p:cxnSp>
          <p:nvCxnSpPr>
            <p:cNvPr id="20" name="直接连接符 19"/>
            <p:cNvCxnSpPr/>
            <p:nvPr/>
          </p:nvCxnSpPr>
          <p:spPr>
            <a:xfrm>
              <a:off x="5710434" y="2585247"/>
              <a:ext cx="77235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5494116" y="1981257"/>
              <a:ext cx="1204995" cy="400110"/>
            </a:xfrm>
            <a:prstGeom prst="rect">
              <a:avLst/>
            </a:prstGeom>
            <a:noFill/>
          </p:spPr>
          <p:txBody>
            <a:bodyPr wrap="square" lIns="90000" rtlCol="0">
              <a:spAutoFit/>
            </a:bodyPr>
            <a:lstStyle/>
            <a:p>
              <a:pPr algn="ctr"/>
              <a:r>
                <a:rPr lang="zh-CN" altLang="en-US" sz="2000" b="1" dirty="0">
                  <a:solidFill>
                    <a:schemeClr val="accent1"/>
                  </a:solidFill>
                  <a:latin typeface="+mj-ea"/>
                  <a:ea typeface="+mj-ea"/>
                </a:rPr>
                <a:t>特别感谢</a:t>
              </a:r>
            </a:p>
          </p:txBody>
        </p:sp>
        <p:sp>
          <p:nvSpPr>
            <p:cNvPr id="22" name="文本框 21"/>
            <p:cNvSpPr txBox="1"/>
            <p:nvPr/>
          </p:nvSpPr>
          <p:spPr>
            <a:xfrm>
              <a:off x="4577413" y="2823851"/>
              <a:ext cx="3038400" cy="1138453"/>
            </a:xfrm>
            <a:prstGeom prst="rect">
              <a:avLst/>
            </a:prstGeom>
            <a:noFill/>
          </p:spPr>
          <p:txBody>
            <a:bodyPr wrap="square" lIns="90000" rtlCol="0">
              <a:spAutoFit/>
            </a:bodyPr>
            <a:lstStyle/>
            <a:p>
              <a:pPr algn="ctr">
                <a:lnSpc>
                  <a:spcPct val="130000"/>
                </a:lnSpc>
              </a:pPr>
              <a:r>
                <a:rPr lang="zh-CN" altLang="en-US" dirty="0">
                  <a:solidFill>
                    <a:schemeClr val="tx1">
                      <a:lumMod val="85000"/>
                      <a:lumOff val="15000"/>
                    </a:schemeClr>
                  </a:solidFill>
                </a:rPr>
                <a:t>图片素材：</a:t>
              </a:r>
              <a:r>
                <a:rPr lang="en-US" altLang="zh-CN" dirty="0">
                  <a:solidFill>
                    <a:schemeClr val="tx1">
                      <a:lumMod val="85000"/>
                      <a:lumOff val="15000"/>
                    </a:schemeClr>
                  </a:solidFill>
                </a:rPr>
                <a:t>@</a:t>
              </a:r>
              <a:r>
                <a:rPr lang="zh-CN" altLang="en-US" dirty="0">
                  <a:solidFill>
                    <a:schemeClr val="tx1">
                      <a:lumMod val="85000"/>
                      <a:lumOff val="15000"/>
                    </a:schemeClr>
                  </a:solidFill>
                </a:rPr>
                <a:t>图说石大</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主办方：秋叶</a:t>
              </a:r>
              <a:r>
                <a:rPr lang="en-US" altLang="zh-CN" dirty="0">
                  <a:solidFill>
                    <a:schemeClr val="tx1">
                      <a:lumMod val="85000"/>
                      <a:lumOff val="15000"/>
                    </a:schemeClr>
                  </a:solidFill>
                </a:rPr>
                <a:t>PPT</a:t>
              </a:r>
            </a:p>
            <a:p>
              <a:pPr algn="ctr">
                <a:lnSpc>
                  <a:spcPct val="130000"/>
                </a:lnSpc>
              </a:pPr>
              <a:r>
                <a:rPr lang="zh-CN" altLang="en-US" dirty="0">
                  <a:solidFill>
                    <a:schemeClr val="tx1">
                      <a:lumMod val="85000"/>
                      <a:lumOff val="15000"/>
                    </a:schemeClr>
                  </a:solidFill>
                </a:rPr>
                <a:t>指导老师：老秦、伟崇</a:t>
              </a:r>
            </a:p>
          </p:txBody>
        </p:sp>
      </p:grpSp>
      <p:grpSp>
        <p:nvGrpSpPr>
          <p:cNvPr id="23" name="组合 22"/>
          <p:cNvGrpSpPr/>
          <p:nvPr userDrawn="1"/>
        </p:nvGrpSpPr>
        <p:grpSpPr>
          <a:xfrm>
            <a:off x="7910519" y="1702820"/>
            <a:ext cx="3037175" cy="2341146"/>
            <a:chOff x="7911132" y="1981257"/>
            <a:chExt cx="3037175" cy="2341146"/>
          </a:xfrm>
        </p:grpSpPr>
        <p:cxnSp>
          <p:nvCxnSpPr>
            <p:cNvPr id="24" name="直接连接符 23"/>
            <p:cNvCxnSpPr/>
            <p:nvPr/>
          </p:nvCxnSpPr>
          <p:spPr>
            <a:xfrm>
              <a:off x="9043540" y="2585247"/>
              <a:ext cx="77235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8827222" y="1981257"/>
              <a:ext cx="1204995" cy="400110"/>
            </a:xfrm>
            <a:prstGeom prst="rect">
              <a:avLst/>
            </a:prstGeom>
            <a:noFill/>
          </p:spPr>
          <p:txBody>
            <a:bodyPr wrap="square" lIns="90000" rtlCol="0">
              <a:spAutoFit/>
            </a:bodyPr>
            <a:lstStyle/>
            <a:p>
              <a:pPr algn="ctr"/>
              <a:r>
                <a:rPr lang="zh-CN" altLang="en-US" sz="2000" b="1" dirty="0">
                  <a:solidFill>
                    <a:schemeClr val="accent1"/>
                  </a:solidFill>
                  <a:latin typeface="+mj-ea"/>
                  <a:ea typeface="+mj-ea"/>
                </a:rPr>
                <a:t>版权说明</a:t>
              </a:r>
            </a:p>
          </p:txBody>
        </p:sp>
        <p:sp>
          <p:nvSpPr>
            <p:cNvPr id="26" name="文本框 25"/>
            <p:cNvSpPr txBox="1"/>
            <p:nvPr/>
          </p:nvSpPr>
          <p:spPr>
            <a:xfrm>
              <a:off x="7911132" y="2823851"/>
              <a:ext cx="3037175" cy="1498552"/>
            </a:xfrm>
            <a:prstGeom prst="rect">
              <a:avLst/>
            </a:prstGeom>
            <a:noFill/>
          </p:spPr>
          <p:txBody>
            <a:bodyPr wrap="square" lIns="90000" rtlCol="0">
              <a:spAutoFit/>
            </a:bodyPr>
            <a:lstStyle/>
            <a:p>
              <a:pPr algn="ctr">
                <a:lnSpc>
                  <a:spcPct val="130000"/>
                </a:lnSpc>
              </a:pPr>
              <a:r>
                <a:rPr lang="zh-CN" altLang="en-US" dirty="0">
                  <a:solidFill>
                    <a:schemeClr val="tx1">
                      <a:lumMod val="85000"/>
                      <a:lumOff val="15000"/>
                    </a:schemeClr>
                  </a:solidFill>
                </a:rPr>
                <a:t>本套模板为</a:t>
              </a:r>
              <a:r>
                <a:rPr lang="zh-CN" altLang="en-US" b="1" dirty="0">
                  <a:solidFill>
                    <a:schemeClr val="tx1">
                      <a:lumMod val="85000"/>
                      <a:lumOff val="15000"/>
                    </a:schemeClr>
                  </a:solidFill>
                  <a:latin typeface="+mj-ea"/>
                  <a:ea typeface="+mj-ea"/>
                </a:rPr>
                <a:t>公益性质</a:t>
              </a:r>
              <a:endParaRPr lang="en-US" altLang="zh-CN" b="1" dirty="0">
                <a:solidFill>
                  <a:schemeClr val="tx1">
                    <a:lumMod val="85000"/>
                    <a:lumOff val="15000"/>
                  </a:schemeClr>
                </a:solidFill>
                <a:latin typeface="+mj-ea"/>
                <a:ea typeface="+mj-ea"/>
              </a:endParaRPr>
            </a:p>
            <a:p>
              <a:pPr algn="ctr">
                <a:lnSpc>
                  <a:spcPct val="130000"/>
                </a:lnSpc>
              </a:pPr>
              <a:r>
                <a:rPr lang="zh-CN" altLang="en-US" b="1" dirty="0">
                  <a:solidFill>
                    <a:schemeClr val="tx1">
                      <a:lumMod val="85000"/>
                      <a:lumOff val="15000"/>
                    </a:schemeClr>
                  </a:solidFill>
                  <a:latin typeface="+mj-ea"/>
                  <a:ea typeface="+mj-ea"/>
                </a:rPr>
                <a:t>免费</a:t>
              </a:r>
              <a:r>
                <a:rPr lang="zh-CN" altLang="en-US" dirty="0">
                  <a:solidFill>
                    <a:schemeClr val="tx1">
                      <a:lumMod val="85000"/>
                      <a:lumOff val="15000"/>
                    </a:schemeClr>
                  </a:solidFill>
                </a:rPr>
                <a:t>赠与学校师生使用</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盈利行为请勿相信</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商用请注意图片和字体版权</a:t>
              </a:r>
            </a:p>
          </p:txBody>
        </p:sp>
      </p:grpSp>
      <p:cxnSp>
        <p:nvCxnSpPr>
          <p:cNvPr id="27" name="直接连接符 26"/>
          <p:cNvCxnSpPr/>
          <p:nvPr userDrawn="1"/>
        </p:nvCxnSpPr>
        <p:spPr>
          <a:xfrm>
            <a:off x="7762860" y="1863214"/>
            <a:ext cx="0" cy="20203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p:cNvGrpSpPr/>
          <p:nvPr userDrawn="1"/>
        </p:nvGrpSpPr>
        <p:grpSpPr>
          <a:xfrm>
            <a:off x="3179324" y="4339865"/>
            <a:ext cx="6852280" cy="1560741"/>
            <a:chOff x="3179937" y="4561006"/>
            <a:chExt cx="6852280" cy="1560741"/>
          </a:xfrm>
        </p:grpSpPr>
        <p:pic>
          <p:nvPicPr>
            <p:cNvPr id="29" name="图片 28"/>
            <p:cNvPicPr>
              <a:picLocks noChangeAspect="1"/>
            </p:cNvPicPr>
            <p:nvPr/>
          </p:nvPicPr>
          <p:blipFill rotWithShape="1">
            <a:blip r:embed="rId5" cstate="print">
              <a:extLst>
                <a:ext uri="{28A0092B-C50C-407E-A947-70E740481C1C}">
                  <a14:useLocalDpi xmlns:a14="http://schemas.microsoft.com/office/drawing/2010/main" val="0"/>
                </a:ext>
              </a:extLst>
            </a:blip>
            <a:srcRect b="18818"/>
            <a:stretch>
              <a:fillRect/>
            </a:stretch>
          </p:blipFill>
          <p:spPr>
            <a:xfrm>
              <a:off x="3179937" y="4561006"/>
              <a:ext cx="1402932" cy="1560741"/>
            </a:xfrm>
            <a:prstGeom prst="rect">
              <a:avLst/>
            </a:prstGeom>
          </p:spPr>
        </p:pic>
        <p:sp>
          <p:nvSpPr>
            <p:cNvPr id="30" name="文本框 29"/>
            <p:cNvSpPr txBox="1"/>
            <p:nvPr/>
          </p:nvSpPr>
          <p:spPr>
            <a:xfrm>
              <a:off x="4934551" y="4772150"/>
              <a:ext cx="5097666" cy="1138453"/>
            </a:xfrm>
            <a:prstGeom prst="rect">
              <a:avLst/>
            </a:prstGeom>
            <a:noFill/>
          </p:spPr>
          <p:txBody>
            <a:bodyPr wrap="square" rtlCol="0">
              <a:spAutoFit/>
            </a:bodyPr>
            <a:lstStyle/>
            <a:p>
              <a:pPr>
                <a:lnSpc>
                  <a:spcPct val="130000"/>
                </a:lnSpc>
              </a:pPr>
              <a:r>
                <a:rPr lang="zh-CN" altLang="en-US" dirty="0"/>
                <a:t>有什么想对作者说的吗</a:t>
              </a:r>
              <a:endParaRPr lang="en-US" altLang="zh-CN" dirty="0"/>
            </a:p>
            <a:p>
              <a:pPr>
                <a:lnSpc>
                  <a:spcPct val="130000"/>
                </a:lnSpc>
              </a:pPr>
              <a:r>
                <a:rPr lang="zh-CN" altLang="en-US" dirty="0"/>
                <a:t>对模板还有更好的建议或者使用方面的困惑吗</a:t>
              </a:r>
              <a:endParaRPr lang="en-US" altLang="zh-CN" dirty="0"/>
            </a:p>
            <a:p>
              <a:pPr>
                <a:lnSpc>
                  <a:spcPct val="130000"/>
                </a:lnSpc>
              </a:pPr>
              <a:r>
                <a:rPr lang="zh-CN" altLang="en-US" dirty="0"/>
                <a:t>欢迎加入模板公测</a:t>
              </a:r>
              <a:r>
                <a:rPr lang="en-US" altLang="zh-CN" dirty="0"/>
                <a:t>QQ</a:t>
              </a:r>
              <a:r>
                <a:rPr lang="zh-CN" altLang="en-US" dirty="0"/>
                <a:t>群</a:t>
              </a:r>
              <a:r>
                <a:rPr lang="en-US" altLang="zh-CN" dirty="0"/>
                <a:t>~(</a:t>
              </a:r>
              <a:r>
                <a:rPr lang="zh-CN" altLang="en-US" dirty="0"/>
                <a:t>群号：</a:t>
              </a:r>
              <a:r>
                <a:rPr lang="en-US" altLang="zh-CN" dirty="0"/>
                <a:t>521252309)</a:t>
              </a:r>
              <a:endParaRPr lang="zh-CN" altLang="en-US" dirty="0"/>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仅底部">
    <p:spTree>
      <p:nvGrpSpPr>
        <p:cNvPr id="1" name=""/>
        <p:cNvGrpSpPr/>
        <p:nvPr/>
      </p:nvGrpSpPr>
      <p:grpSpPr>
        <a:xfrm>
          <a:off x="0" y="0"/>
          <a:ext cx="0" cy="0"/>
          <a:chOff x="0" y="0"/>
          <a:chExt cx="0" cy="0"/>
        </a:xfrm>
      </p:grpSpPr>
      <p:sp>
        <p:nvSpPr>
          <p:cNvPr id="6" name="矩形 5"/>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p:cNvPicPr>
            <a:picLocks noChangeAspect="1"/>
          </p:cNvPicPr>
          <p:nvPr userDrawn="1"/>
        </p:nvPicPr>
        <p:blipFill>
          <a:blip r:embed="rId3"/>
          <a:stretch>
            <a:fillRect/>
          </a:stretch>
        </p:blipFill>
        <p:spPr>
          <a:xfrm>
            <a:off x="8610600" y="6626002"/>
            <a:ext cx="2908300" cy="111568"/>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一张图片">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lstStyle/>
          <a:p>
            <a:endParaRPr lang="zh-CN" altLang="en-US" dirty="0"/>
          </a:p>
        </p:txBody>
      </p:sp>
      <p:sp>
        <p:nvSpPr>
          <p:cNvPr id="4" name="图片占位符 3"/>
          <p:cNvSpPr>
            <a:spLocks noGrp="1"/>
          </p:cNvSpPr>
          <p:nvPr>
            <p:ph type="pic" sz="quarter" idx="10"/>
          </p:nvPr>
        </p:nvSpPr>
        <p:spPr>
          <a:xfrm>
            <a:off x="660400" y="1444625"/>
            <a:ext cx="10871200" cy="3059113"/>
          </a:xfrm>
        </p:spPr>
        <p:txBody>
          <a:bodyPr/>
          <a:lstStyle/>
          <a:p>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单图">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lstStyle/>
          <a:p>
            <a:endParaRPr lang="zh-CN" altLang="en-US" dirty="0"/>
          </a:p>
        </p:txBody>
      </p:sp>
      <p:cxnSp>
        <p:nvCxnSpPr>
          <p:cNvPr id="16" name="直接连接符 15"/>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单张图片说明">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lstStyle/>
          <a:p>
            <a:endParaRPr lang="zh-CN" altLang="en-US" dirty="0"/>
          </a:p>
        </p:txBody>
      </p:sp>
      <p:cxnSp>
        <p:nvCxnSpPr>
          <p:cNvPr id="16" name="直接连接符 15"/>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图片占位符 13"/>
          <p:cNvSpPr>
            <a:spLocks noGrp="1"/>
          </p:cNvSpPr>
          <p:nvPr>
            <p:ph type="pic" sz="quarter" idx="10"/>
          </p:nvPr>
        </p:nvSpPr>
        <p:spPr>
          <a:xfrm>
            <a:off x="4456140" y="1789140"/>
            <a:ext cx="3279720" cy="3279720"/>
          </a:xfrm>
          <a:custGeom>
            <a:avLst/>
            <a:gdLst>
              <a:gd name="connsiteX0" fmla="*/ 1849434 w 3698868"/>
              <a:gd name="connsiteY0" fmla="*/ 0 h 3698868"/>
              <a:gd name="connsiteX1" fmla="*/ 3698868 w 3698868"/>
              <a:gd name="connsiteY1" fmla="*/ 1849434 h 3698868"/>
              <a:gd name="connsiteX2" fmla="*/ 1849434 w 3698868"/>
              <a:gd name="connsiteY2" fmla="*/ 3698868 h 3698868"/>
              <a:gd name="connsiteX3" fmla="*/ 0 w 3698868"/>
              <a:gd name="connsiteY3" fmla="*/ 1849434 h 3698868"/>
              <a:gd name="connsiteX4" fmla="*/ 1849434 w 3698868"/>
              <a:gd name="connsiteY4" fmla="*/ 0 h 369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8868" h="3698868">
                <a:moveTo>
                  <a:pt x="1849434" y="0"/>
                </a:moveTo>
                <a:cubicBezTo>
                  <a:pt x="2870848" y="0"/>
                  <a:pt x="3698868" y="828020"/>
                  <a:pt x="3698868" y="1849434"/>
                </a:cubicBezTo>
                <a:cubicBezTo>
                  <a:pt x="3698868" y="2870848"/>
                  <a:pt x="2870848" y="3698868"/>
                  <a:pt x="1849434" y="3698868"/>
                </a:cubicBezTo>
                <a:cubicBezTo>
                  <a:pt x="828020" y="3698868"/>
                  <a:pt x="0" y="2870848"/>
                  <a:pt x="0" y="1849434"/>
                </a:cubicBezTo>
                <a:cubicBezTo>
                  <a:pt x="0" y="828020"/>
                  <a:pt x="828020" y="0"/>
                  <a:pt x="1849434" y="0"/>
                </a:cubicBezTo>
                <a:close/>
              </a:path>
            </a:pathLst>
          </a:custGeom>
          <a:ln w="19050">
            <a:solidFill>
              <a:schemeClr val="accent1"/>
            </a:solidFill>
          </a:ln>
          <a:effectLst>
            <a:glow rad="254000">
              <a:schemeClr val="tx1">
                <a:lumMod val="95000"/>
                <a:lumOff val="5000"/>
                <a:alpha val="15000"/>
              </a:schemeClr>
            </a:glow>
          </a:effectLst>
        </p:spPr>
        <p:txBody>
          <a:bodyPr wrap="square">
            <a:noAutofit/>
          </a:bodyPr>
          <a:lstStyle/>
          <a:p>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三张图片说明">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lstStyle/>
          <a:p>
            <a:endParaRPr lang="zh-CN" altLang="en-US" dirty="0"/>
          </a:p>
        </p:txBody>
      </p:sp>
      <p:cxnSp>
        <p:nvCxnSpPr>
          <p:cNvPr id="16" name="直接连接符 15"/>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图片占位符 3"/>
          <p:cNvSpPr>
            <a:spLocks noGrp="1"/>
          </p:cNvSpPr>
          <p:nvPr>
            <p:ph type="pic" sz="quarter" idx="10"/>
          </p:nvPr>
        </p:nvSpPr>
        <p:spPr>
          <a:xfrm>
            <a:off x="673100" y="1729550"/>
            <a:ext cx="3262292" cy="1699450"/>
          </a:xfrm>
        </p:spPr>
        <p:txBody>
          <a:bodyPr/>
          <a:lstStyle/>
          <a:p>
            <a:endParaRPr lang="zh-CN" altLang="en-US"/>
          </a:p>
        </p:txBody>
      </p:sp>
      <p:sp>
        <p:nvSpPr>
          <p:cNvPr id="14" name="图片占位符 3"/>
          <p:cNvSpPr>
            <a:spLocks noGrp="1"/>
          </p:cNvSpPr>
          <p:nvPr>
            <p:ph type="pic" sz="quarter" idx="11"/>
          </p:nvPr>
        </p:nvSpPr>
        <p:spPr>
          <a:xfrm>
            <a:off x="4464854" y="1729550"/>
            <a:ext cx="3262292" cy="1699450"/>
          </a:xfrm>
        </p:spPr>
        <p:txBody>
          <a:bodyPr/>
          <a:lstStyle/>
          <a:p>
            <a:endParaRPr lang="zh-CN" altLang="en-US"/>
          </a:p>
        </p:txBody>
      </p:sp>
      <p:sp>
        <p:nvSpPr>
          <p:cNvPr id="15" name="图片占位符 3"/>
          <p:cNvSpPr>
            <a:spLocks noGrp="1"/>
          </p:cNvSpPr>
          <p:nvPr>
            <p:ph type="pic" sz="quarter" idx="12"/>
          </p:nvPr>
        </p:nvSpPr>
        <p:spPr>
          <a:xfrm>
            <a:off x="8256608" y="1729550"/>
            <a:ext cx="3262292" cy="1699450"/>
          </a:xfrm>
        </p:spPr>
        <p:txBody>
          <a:bodyPr/>
          <a:lstStyle/>
          <a:p>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多张图片展示">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p:cNvPicPr>
            <a:picLocks noChangeAspect="1"/>
          </p:cNvPicPr>
          <p:nvPr userDrawn="1"/>
        </p:nvPicPr>
        <p:blipFill>
          <a:blip r:embed="rId4"/>
          <a:stretch>
            <a:fillRect/>
          </a:stretch>
        </p:blipFill>
        <p:spPr>
          <a:xfrm>
            <a:off x="8610600" y="6626002"/>
            <a:ext cx="2908300" cy="111568"/>
          </a:xfrm>
          <a:prstGeom prst="rect">
            <a:avLst/>
          </a:prstGeom>
        </p:spPr>
      </p:pic>
      <p:sp>
        <p:nvSpPr>
          <p:cNvPr id="19" name="图片占位符 5"/>
          <p:cNvSpPr>
            <a:spLocks noGrp="1" noChangeAspect="1"/>
          </p:cNvSpPr>
          <p:nvPr>
            <p:ph type="pic" sz="quarter" idx="11"/>
          </p:nvPr>
        </p:nvSpPr>
        <p:spPr>
          <a:xfrm>
            <a:off x="2950316" y="1733533"/>
            <a:ext cx="1978618" cy="2798331"/>
          </a:xfrm>
          <a:ln w="19050">
            <a:solidFill>
              <a:schemeClr val="accent1"/>
            </a:solidFill>
          </a:ln>
          <a:effectLst>
            <a:reflection blurRad="6350" stA="30000" endPos="34000" dist="50800" dir="5400000" sy="-100000" algn="bl" rotWithShape="0"/>
          </a:effectLst>
          <a:scene3d>
            <a:camera prst="perspectiveRight"/>
            <a:lightRig rig="threePt" dir="t"/>
          </a:scene3d>
        </p:spPr>
        <p:txBody>
          <a:bodyPr/>
          <a:lstStyle/>
          <a:p>
            <a:endParaRPr lang="zh-CN" altLang="en-US" dirty="0"/>
          </a:p>
        </p:txBody>
      </p:sp>
      <p:sp>
        <p:nvSpPr>
          <p:cNvPr id="13" name="Freeform 52"/>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lstStyle/>
          <a:p>
            <a:endParaRPr lang="zh-CN" altLang="en-US" dirty="0"/>
          </a:p>
        </p:txBody>
      </p:sp>
      <p:cxnSp>
        <p:nvCxnSpPr>
          <p:cNvPr id="16" name="直接连接符 15"/>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图片占位符 5"/>
          <p:cNvSpPr>
            <a:spLocks noGrp="1" noChangeAspect="1"/>
          </p:cNvSpPr>
          <p:nvPr>
            <p:ph type="pic" sz="quarter" idx="10"/>
          </p:nvPr>
        </p:nvSpPr>
        <p:spPr>
          <a:xfrm>
            <a:off x="5104910" y="1755639"/>
            <a:ext cx="1978618" cy="2798331"/>
          </a:xfrm>
          <a:ln w="19050">
            <a:solidFill>
              <a:schemeClr val="accent1"/>
            </a:solidFill>
          </a:ln>
          <a:effectLst>
            <a:reflection blurRad="6350" stA="30000" endPos="34000" dist="50800" dir="5400000" sy="-100000" algn="bl" rotWithShape="0"/>
          </a:effectLst>
        </p:spPr>
        <p:txBody>
          <a:bodyPr/>
          <a:lstStyle/>
          <a:p>
            <a:endParaRPr lang="zh-CN" altLang="en-US" dirty="0"/>
          </a:p>
        </p:txBody>
      </p:sp>
      <p:sp>
        <p:nvSpPr>
          <p:cNvPr id="20" name="图片占位符 5"/>
          <p:cNvSpPr>
            <a:spLocks noGrp="1" noChangeAspect="1"/>
          </p:cNvSpPr>
          <p:nvPr>
            <p:ph type="pic" sz="quarter" idx="12"/>
          </p:nvPr>
        </p:nvSpPr>
        <p:spPr>
          <a:xfrm>
            <a:off x="7259504" y="1733532"/>
            <a:ext cx="1978618" cy="2798331"/>
          </a:xfrm>
          <a:ln w="19050">
            <a:solidFill>
              <a:schemeClr val="accent1"/>
            </a:solidFill>
          </a:ln>
          <a:effectLst>
            <a:reflection blurRad="6350" stA="30000" endPos="34000" dist="50800" dir="5400000" sy="-100000" algn="bl" rotWithShape="0"/>
          </a:effectLst>
          <a:scene3d>
            <a:camera prst="perspectiveLeft"/>
            <a:lightRig rig="threePt" dir="t"/>
          </a:scene3d>
        </p:spPr>
        <p:txBody>
          <a:bodyPr/>
          <a:lstStyle/>
          <a:p>
            <a:endParaRPr lang="zh-CN" altLang="en-US" dirty="0"/>
          </a:p>
        </p:txBody>
      </p:sp>
      <p:sp>
        <p:nvSpPr>
          <p:cNvPr id="21" name="图片占位符 5"/>
          <p:cNvSpPr>
            <a:spLocks noGrp="1" noChangeAspect="1"/>
          </p:cNvSpPr>
          <p:nvPr>
            <p:ph type="pic" sz="quarter" idx="13"/>
          </p:nvPr>
        </p:nvSpPr>
        <p:spPr>
          <a:xfrm>
            <a:off x="669539" y="1555073"/>
            <a:ext cx="2104801" cy="2976790"/>
          </a:xfrm>
          <a:ln w="19050">
            <a:solidFill>
              <a:schemeClr val="accent1"/>
            </a:solidFill>
          </a:ln>
          <a:effectLst>
            <a:reflection blurRad="6350" stA="30000" endPos="34000" dist="50800" dir="5400000" sy="-100000" algn="bl" rotWithShape="0"/>
          </a:effectLst>
          <a:scene3d>
            <a:camera prst="perspectiveRight" fov="3300000"/>
            <a:lightRig rig="threePt" dir="t"/>
          </a:scene3d>
        </p:spPr>
        <p:txBody>
          <a:bodyPr/>
          <a:lstStyle/>
          <a:p>
            <a:endParaRPr lang="zh-CN" altLang="en-US" dirty="0"/>
          </a:p>
        </p:txBody>
      </p:sp>
      <p:sp>
        <p:nvSpPr>
          <p:cNvPr id="22" name="图片占位符 5"/>
          <p:cNvSpPr>
            <a:spLocks noGrp="1" noChangeAspect="1"/>
          </p:cNvSpPr>
          <p:nvPr>
            <p:ph type="pic" sz="quarter" idx="14"/>
          </p:nvPr>
        </p:nvSpPr>
        <p:spPr>
          <a:xfrm>
            <a:off x="9414099" y="1555073"/>
            <a:ext cx="2104801" cy="2976790"/>
          </a:xfrm>
          <a:ln w="19050">
            <a:solidFill>
              <a:schemeClr val="accent1"/>
            </a:solidFill>
          </a:ln>
          <a:effectLst>
            <a:reflection blurRad="6350" stA="30000" endPos="34000" dist="50800" dir="5400000" sy="-100000" algn="bl" rotWithShape="0"/>
          </a:effectLst>
          <a:scene3d>
            <a:camera prst="perspectiveRight" fov="3300000">
              <a:rot lat="0" lon="1200000" rev="0"/>
            </a:camera>
            <a:lightRig rig="threePt" dir="t"/>
          </a:scene3d>
        </p:spPr>
        <p:txBody>
          <a:bodyPr/>
          <a:lstStyle/>
          <a:p>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引言母版">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lstStyle/>
          <a:p>
            <a:endParaRPr lang="zh-CN" altLang="en-US" dirty="0"/>
          </a:p>
        </p:txBody>
      </p:sp>
      <p:cxnSp>
        <p:nvCxnSpPr>
          <p:cNvPr id="16" name="直接连接符 15"/>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图片占位符 5"/>
          <p:cNvSpPr>
            <a:spLocks noGrp="1" noChangeAspect="1"/>
          </p:cNvSpPr>
          <p:nvPr>
            <p:ph type="pic" sz="quarter" idx="10"/>
          </p:nvPr>
        </p:nvSpPr>
        <p:spPr>
          <a:xfrm>
            <a:off x="1499073" y="1825844"/>
            <a:ext cx="2751289" cy="3553289"/>
          </a:xfrm>
          <a:ln w="19050">
            <a:noFill/>
          </a:ln>
          <a:effectLst/>
        </p:spPr>
        <p:txBody>
          <a:bodyPr/>
          <a:lstStyle/>
          <a:p>
            <a:endParaRPr lang="zh-CN" altLang="en-US" dirty="0"/>
          </a:p>
        </p:txBody>
      </p:sp>
      <p:sp>
        <p:nvSpPr>
          <p:cNvPr id="3" name="椭圆 2"/>
          <p:cNvSpPr/>
          <p:nvPr userDrawn="1"/>
        </p:nvSpPr>
        <p:spPr>
          <a:xfrm>
            <a:off x="1673503" y="5512260"/>
            <a:ext cx="2402429" cy="318692"/>
          </a:xfrm>
          <a:prstGeom prst="ellipse">
            <a:avLst/>
          </a:prstGeom>
          <a:gradFill flip="none" rotWithShape="1">
            <a:gsLst>
              <a:gs pos="100000">
                <a:schemeClr val="tx1">
                  <a:lumMod val="95000"/>
                  <a:lumOff val="5000"/>
                  <a:alpha val="0"/>
                </a:schemeClr>
              </a:gs>
              <a:gs pos="0">
                <a:schemeClr val="tx1">
                  <a:lumMod val="95000"/>
                  <a:lumOff val="5000"/>
                  <a:alpha val="5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单人介绍母版">
    <p:spTree>
      <p:nvGrpSpPr>
        <p:cNvPr id="1" name=""/>
        <p:cNvGrpSpPr/>
        <p:nvPr/>
      </p:nvGrpSpPr>
      <p:grpSpPr>
        <a:xfrm>
          <a:off x="0" y="0"/>
          <a:ext cx="0" cy="0"/>
          <a:chOff x="0" y="0"/>
          <a:chExt cx="0" cy="0"/>
        </a:xfrm>
      </p:grpSpPr>
      <p:sp>
        <p:nvSpPr>
          <p:cNvPr id="11" name="矩形 10"/>
          <p:cNvSpPr/>
          <p:nvPr userDrawn="1"/>
        </p:nvSpPr>
        <p:spPr>
          <a:xfrm>
            <a:off x="0" y="-317"/>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lstStyle/>
          <a:p>
            <a:endParaRPr lang="zh-CN" altLang="en-US" dirty="0"/>
          </a:p>
        </p:txBody>
      </p:sp>
      <p:cxnSp>
        <p:nvCxnSpPr>
          <p:cNvPr id="16" name="直接连接符 15"/>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本占位符 5"/>
          <p:cNvSpPr>
            <a:spLocks noGrp="1"/>
          </p:cNvSpPr>
          <p:nvPr>
            <p:ph type="body" sz="quarter" idx="11" hasCustomPrompt="1"/>
          </p:nvPr>
        </p:nvSpPr>
        <p:spPr>
          <a:xfrm>
            <a:off x="4968964" y="4932365"/>
            <a:ext cx="4348599" cy="341632"/>
          </a:xfrm>
        </p:spPr>
        <p:txBody>
          <a:bodyPr wrap="square">
            <a:spAutoFit/>
          </a:bodyPr>
          <a:lstStyle>
            <a:lvl1pPr marL="0" indent="0" algn="ctr">
              <a:buNone/>
              <a:defRPr lang="zh-CN" altLang="en-US" sz="1800" kern="1200" dirty="0" smtClean="0">
                <a:solidFill>
                  <a:schemeClr val="bg1">
                    <a:lumMod val="50000"/>
                  </a:schemeClr>
                </a:solidFill>
                <a:latin typeface="+mn-ea"/>
                <a:ea typeface="+mn-ea"/>
                <a:cs typeface="+mn-cs"/>
              </a:defRPr>
            </a:lvl1pPr>
            <a:lvl2pPr marL="457200" indent="0">
              <a:buNone/>
              <a:defRPr/>
            </a:lvl2pPr>
          </a:lstStyle>
          <a:p>
            <a:pPr algn="ctr"/>
            <a:r>
              <a:rPr lang="zh-CN" altLang="en-US" dirty="0">
                <a:solidFill>
                  <a:schemeClr val="bg1">
                    <a:lumMod val="50000"/>
                  </a:schemeClr>
                </a:solidFill>
                <a:latin typeface="+mn-ea"/>
              </a:rPr>
              <a:t>“这里可以写一句话”</a:t>
            </a:r>
          </a:p>
        </p:txBody>
      </p:sp>
      <p:sp>
        <p:nvSpPr>
          <p:cNvPr id="25" name="文本占位符 24"/>
          <p:cNvSpPr>
            <a:spLocks noGrp="1"/>
          </p:cNvSpPr>
          <p:nvPr>
            <p:ph type="body" sz="quarter" idx="12" hasCustomPrompt="1"/>
          </p:nvPr>
        </p:nvSpPr>
        <p:spPr>
          <a:xfrm>
            <a:off x="6013765" y="2436142"/>
            <a:ext cx="1151586" cy="522087"/>
          </a:xfrm>
        </p:spPr>
        <p:txBody>
          <a:bodyPr lIns="0" rIns="0" bIns="0" anchor="b" anchorCtr="0">
            <a:noAutofit/>
          </a:bodyPr>
          <a:lstStyle>
            <a:lvl1pPr marL="0" indent="0" algn="ctr">
              <a:buNone/>
              <a:defRPr lang="zh-CN" altLang="en-US" sz="2800" b="1" kern="1200" dirty="0" smtClean="0">
                <a:solidFill>
                  <a:schemeClr val="accent1"/>
                </a:solidFill>
                <a:latin typeface="+mj-ea"/>
                <a:ea typeface="+mj-ea"/>
                <a:cs typeface="+mn-cs"/>
              </a:defRPr>
            </a:lvl1pPr>
            <a:lvl2pPr>
              <a:defRPr lang="zh-CN" altLang="en-US" sz="2800" b="1" kern="1200" dirty="0" smtClean="0">
                <a:solidFill>
                  <a:schemeClr val="accent1"/>
                </a:solidFill>
                <a:latin typeface="+mj-ea"/>
                <a:ea typeface="+mj-ea"/>
                <a:cs typeface="+mn-cs"/>
              </a:defRPr>
            </a:lvl2pPr>
            <a:lvl3pPr>
              <a:defRPr lang="zh-CN" altLang="en-US" sz="2800" b="1" kern="1200" dirty="0" smtClean="0">
                <a:solidFill>
                  <a:schemeClr val="accent1"/>
                </a:solidFill>
                <a:latin typeface="+mj-ea"/>
                <a:ea typeface="+mj-ea"/>
                <a:cs typeface="+mn-cs"/>
              </a:defRPr>
            </a:lvl3pPr>
            <a:lvl4pPr>
              <a:defRPr lang="zh-CN" altLang="en-US" sz="2800" b="1" kern="1200" dirty="0" smtClean="0">
                <a:solidFill>
                  <a:schemeClr val="accent1"/>
                </a:solidFill>
                <a:latin typeface="+mj-ea"/>
                <a:ea typeface="+mj-ea"/>
                <a:cs typeface="+mn-cs"/>
              </a:defRPr>
            </a:lvl4pPr>
            <a:lvl5pPr>
              <a:defRPr lang="zh-CN" altLang="en-US" sz="2800" b="1" kern="1200" dirty="0">
                <a:solidFill>
                  <a:schemeClr val="accent1"/>
                </a:solidFill>
                <a:latin typeface="+mj-ea"/>
                <a:ea typeface="+mj-ea"/>
                <a:cs typeface="+mn-cs"/>
              </a:defRPr>
            </a:lvl5pPr>
          </a:lstStyle>
          <a:p>
            <a:pPr lvl="0"/>
            <a:r>
              <a:rPr lang="zh-CN" altLang="en-US" dirty="0"/>
              <a:t>姓名</a:t>
            </a:r>
          </a:p>
        </p:txBody>
      </p:sp>
      <p:sp>
        <p:nvSpPr>
          <p:cNvPr id="31" name="文本占位符 26"/>
          <p:cNvSpPr>
            <a:spLocks noGrp="1"/>
          </p:cNvSpPr>
          <p:nvPr>
            <p:ph type="body" sz="quarter" idx="14" hasCustomPrompt="1"/>
          </p:nvPr>
        </p:nvSpPr>
        <p:spPr>
          <a:xfrm>
            <a:off x="7184414" y="2599498"/>
            <a:ext cx="1324446" cy="342008"/>
          </a:xfrm>
        </p:spPr>
        <p:txBody>
          <a:bodyPr lIns="0" rIns="0" bIns="0" anchor="b" anchorCtr="0">
            <a:normAutofit/>
          </a:bodyPr>
          <a:lstStyle>
            <a:lvl1pPr marL="0" indent="0" algn="ctr">
              <a:buNone/>
              <a:defRPr lang="zh-CN" altLang="en-US" sz="1800" kern="1200" dirty="0" smtClean="0">
                <a:solidFill>
                  <a:schemeClr val="tx1">
                    <a:lumMod val="95000"/>
                    <a:lumOff val="5000"/>
                  </a:schemeClr>
                </a:solidFill>
                <a:latin typeface="+mn-ea"/>
                <a:ea typeface="+mn-ea"/>
                <a:cs typeface="+mn-cs"/>
              </a:defRPr>
            </a:lvl1pPr>
            <a:lvl2pPr marL="457200" indent="0">
              <a:buNone/>
              <a:defRPr lang="zh-CN" altLang="en-US" sz="1800" kern="1200" dirty="0" smtClean="0">
                <a:solidFill>
                  <a:schemeClr val="tx1">
                    <a:lumMod val="95000"/>
                    <a:lumOff val="5000"/>
                  </a:schemeClr>
                </a:solidFill>
                <a:latin typeface="+mn-ea"/>
                <a:ea typeface="+mn-ea"/>
                <a:cs typeface="+mn-cs"/>
              </a:defRPr>
            </a:lvl2pPr>
            <a:lvl3pPr>
              <a:defRPr lang="zh-CN" altLang="en-US" sz="1800" kern="1200" dirty="0" smtClean="0">
                <a:solidFill>
                  <a:schemeClr val="tx1">
                    <a:lumMod val="95000"/>
                    <a:lumOff val="5000"/>
                  </a:schemeClr>
                </a:solidFill>
                <a:latin typeface="+mn-ea"/>
                <a:ea typeface="+mn-ea"/>
                <a:cs typeface="+mn-cs"/>
              </a:defRPr>
            </a:lvl3pPr>
            <a:lvl4pPr>
              <a:defRPr lang="zh-CN" altLang="en-US" sz="1800" kern="1200" dirty="0" smtClean="0">
                <a:solidFill>
                  <a:schemeClr val="tx1">
                    <a:lumMod val="95000"/>
                    <a:lumOff val="5000"/>
                  </a:schemeClr>
                </a:solidFill>
                <a:latin typeface="+mn-ea"/>
                <a:ea typeface="+mn-ea"/>
                <a:cs typeface="+mn-cs"/>
              </a:defRPr>
            </a:lvl4pPr>
            <a:lvl5pPr>
              <a:defRPr lang="zh-CN" altLang="en-US" sz="1800" kern="1200" dirty="0">
                <a:solidFill>
                  <a:schemeClr val="tx1">
                    <a:lumMod val="95000"/>
                    <a:lumOff val="5000"/>
                  </a:schemeClr>
                </a:solidFill>
                <a:latin typeface="+mn-ea"/>
                <a:ea typeface="+mn-ea"/>
                <a:cs typeface="+mn-cs"/>
              </a:defRPr>
            </a:lvl5pPr>
          </a:lstStyle>
          <a:p>
            <a:pPr lvl="0"/>
            <a:r>
              <a:rPr lang="zh-CN" altLang="en-US" dirty="0"/>
              <a:t>职称</a:t>
            </a:r>
            <a:r>
              <a:rPr lang="en-US" altLang="zh-CN" dirty="0"/>
              <a:t>&amp;</a:t>
            </a:r>
            <a:r>
              <a:rPr lang="zh-CN" altLang="en-US" dirty="0"/>
              <a:t>职位</a:t>
            </a:r>
          </a:p>
        </p:txBody>
      </p:sp>
      <p:sp>
        <p:nvSpPr>
          <p:cNvPr id="35" name="文本占位符 34"/>
          <p:cNvSpPr>
            <a:spLocks noGrp="1"/>
          </p:cNvSpPr>
          <p:nvPr>
            <p:ph type="body" sz="quarter" idx="15" hasCustomPrompt="1"/>
          </p:nvPr>
        </p:nvSpPr>
        <p:spPr>
          <a:xfrm>
            <a:off x="4312920" y="3225444"/>
            <a:ext cx="5660687" cy="1394934"/>
          </a:xfrm>
        </p:spPr>
        <p:txBody>
          <a:bodyPr wrap="square">
            <a:spAutoFit/>
          </a:bodyPr>
          <a:lstStyle>
            <a:lvl1pPr marL="0" indent="0" algn="ctr">
              <a:lnSpc>
                <a:spcPct val="130000"/>
              </a:lnSpc>
              <a:buNone/>
              <a:defRPr sz="1800"/>
            </a:lvl1pPr>
            <a:lvl2pPr marL="457200" indent="0">
              <a:buNone/>
              <a:defRPr/>
            </a:lvl2pPr>
          </a:lstStyle>
          <a:p>
            <a:pPr lvl="0"/>
            <a:r>
              <a:rPr lang="zh-CN" altLang="en-US" dirty="0"/>
              <a:t>请输入你的内容 请输入你的内容</a:t>
            </a:r>
            <a:endParaRPr lang="en-US" altLang="zh-CN" dirty="0"/>
          </a:p>
          <a:p>
            <a:pPr lvl="0"/>
            <a:r>
              <a:rPr lang="zh-CN" altLang="en-US" dirty="0"/>
              <a:t>请输入你的内容 请输入你的内容 </a:t>
            </a:r>
            <a:endParaRPr lang="en-US" altLang="zh-CN" dirty="0"/>
          </a:p>
          <a:p>
            <a:pPr lvl="0"/>
            <a:r>
              <a:rPr lang="zh-CN" altLang="en-US" dirty="0"/>
              <a:t>请输入你的内容 请输入你的内容</a:t>
            </a:r>
          </a:p>
        </p:txBody>
      </p:sp>
      <p:grpSp>
        <p:nvGrpSpPr>
          <p:cNvPr id="20" name="组合 19"/>
          <p:cNvGrpSpPr/>
          <p:nvPr userDrawn="1"/>
        </p:nvGrpSpPr>
        <p:grpSpPr>
          <a:xfrm>
            <a:off x="2708535" y="1822324"/>
            <a:ext cx="7728532" cy="3693073"/>
            <a:chOff x="2665485" y="1700404"/>
            <a:chExt cx="7728532" cy="3693073"/>
          </a:xfrm>
        </p:grpSpPr>
        <p:sp>
          <p:nvSpPr>
            <p:cNvPr id="3" name="矩形 2"/>
            <p:cNvSpPr/>
            <p:nvPr userDrawn="1"/>
          </p:nvSpPr>
          <p:spPr>
            <a:xfrm>
              <a:off x="2665485" y="1712747"/>
              <a:ext cx="7718645" cy="3680730"/>
            </a:xfrm>
            <a:prstGeom prst="rect">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等腰三角形 4"/>
            <p:cNvSpPr/>
            <p:nvPr userDrawn="1"/>
          </p:nvSpPr>
          <p:spPr>
            <a:xfrm rot="5400000" flipV="1">
              <a:off x="9518824" y="1700352"/>
              <a:ext cx="875141" cy="875245"/>
            </a:xfrm>
            <a:prstGeom prst="triangle">
              <a:avLst>
                <a:gd name="adj" fmla="val 0"/>
              </a:avLst>
            </a:prstGeom>
            <a:ln>
              <a:noFill/>
            </a:ln>
            <a:effectLst>
              <a:outerShdw blurRad="127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图片占位符 16"/>
          <p:cNvSpPr>
            <a:spLocks noGrp="1"/>
          </p:cNvSpPr>
          <p:nvPr>
            <p:ph type="pic" sz="quarter" idx="16"/>
          </p:nvPr>
        </p:nvSpPr>
        <p:spPr>
          <a:xfrm>
            <a:off x="1318563" y="2109256"/>
            <a:ext cx="2364579" cy="3115317"/>
          </a:xfrm>
          <a:effectLst>
            <a:outerShdw blurRad="127000" dist="38100" dir="2700000" algn="tl" rotWithShape="0">
              <a:prstClr val="black">
                <a:alpha val="40000"/>
              </a:prstClr>
            </a:outerShdw>
          </a:effectLst>
        </p:spPr>
        <p:txBody>
          <a:bodyPr/>
          <a:lstStyle/>
          <a:p>
            <a:endParaRPr lang="zh-CN" altLang="en-US"/>
          </a:p>
        </p:txBody>
      </p:sp>
      <p:cxnSp>
        <p:nvCxnSpPr>
          <p:cNvPr id="19" name="直接连接符 18"/>
          <p:cNvCxnSpPr/>
          <p:nvPr userDrawn="1"/>
        </p:nvCxnSpPr>
        <p:spPr>
          <a:xfrm>
            <a:off x="6013765" y="3118681"/>
            <a:ext cx="2495095"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三人介绍母版">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lstStyle/>
          <a:p>
            <a:endParaRPr lang="zh-CN" altLang="en-US" dirty="0"/>
          </a:p>
        </p:txBody>
      </p:sp>
      <p:sp>
        <p:nvSpPr>
          <p:cNvPr id="18" name="图片占位符 17"/>
          <p:cNvSpPr>
            <a:spLocks noGrp="1"/>
          </p:cNvSpPr>
          <p:nvPr>
            <p:ph type="pic" sz="quarter" idx="11"/>
          </p:nvPr>
        </p:nvSpPr>
        <p:spPr>
          <a:xfrm>
            <a:off x="8318763" y="2034369"/>
            <a:ext cx="2294476" cy="2293731"/>
          </a:xfrm>
          <a:custGeom>
            <a:avLst/>
            <a:gdLst>
              <a:gd name="connsiteX0" fmla="*/ 1147238 w 2294476"/>
              <a:gd name="connsiteY0" fmla="*/ 0 h 2293731"/>
              <a:gd name="connsiteX1" fmla="*/ 2294476 w 2294476"/>
              <a:gd name="connsiteY1" fmla="*/ 0 h 2293731"/>
              <a:gd name="connsiteX2" fmla="*/ 2294476 w 2294476"/>
              <a:gd name="connsiteY2" fmla="*/ 1147238 h 2293731"/>
              <a:gd name="connsiteX3" fmla="*/ 1264537 w 2294476"/>
              <a:gd name="connsiteY3" fmla="*/ 2288553 h 2293731"/>
              <a:gd name="connsiteX4" fmla="*/ 1161991 w 2294476"/>
              <a:gd name="connsiteY4" fmla="*/ 2293731 h 2293731"/>
              <a:gd name="connsiteX5" fmla="*/ 1132485 w 2294476"/>
              <a:gd name="connsiteY5" fmla="*/ 2293731 h 2293731"/>
              <a:gd name="connsiteX6" fmla="*/ 1029940 w 2294476"/>
              <a:gd name="connsiteY6" fmla="*/ 2288553 h 2293731"/>
              <a:gd name="connsiteX7" fmla="*/ 0 w 2294476"/>
              <a:gd name="connsiteY7" fmla="*/ 1147238 h 2293731"/>
              <a:gd name="connsiteX8" fmla="*/ 1147238 w 2294476"/>
              <a:gd name="connsiteY8" fmla="*/ 0 h 229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476" h="2293731">
                <a:moveTo>
                  <a:pt x="1147238" y="0"/>
                </a:moveTo>
                <a:lnTo>
                  <a:pt x="2294476" y="0"/>
                </a:lnTo>
                <a:lnTo>
                  <a:pt x="2294476" y="1147238"/>
                </a:lnTo>
                <a:cubicBezTo>
                  <a:pt x="2294476" y="1741240"/>
                  <a:pt x="1843038" y="2229803"/>
                  <a:pt x="1264537" y="2288553"/>
                </a:cubicBezTo>
                <a:lnTo>
                  <a:pt x="1161991" y="2293731"/>
                </a:lnTo>
                <a:lnTo>
                  <a:pt x="1132485" y="2293731"/>
                </a:lnTo>
                <a:lnTo>
                  <a:pt x="1029940" y="2288553"/>
                </a:lnTo>
                <a:cubicBezTo>
                  <a:pt x="451438" y="2229803"/>
                  <a:pt x="0" y="1741240"/>
                  <a:pt x="0" y="1147238"/>
                </a:cubicBezTo>
                <a:cubicBezTo>
                  <a:pt x="0" y="513636"/>
                  <a:pt x="513636" y="0"/>
                  <a:pt x="1147238" y="0"/>
                </a:cubicBezTo>
                <a:close/>
              </a:path>
            </a:pathLst>
          </a:custGeom>
          <a:ln w="19050">
            <a:noFill/>
          </a:ln>
          <a:effectLst>
            <a:outerShdw blurRad="63500" sx="102000" sy="102000" algn="ctr" rotWithShape="0">
              <a:prstClr val="black">
                <a:alpha val="40000"/>
              </a:prstClr>
            </a:outerShdw>
          </a:effectLst>
        </p:spPr>
        <p:txBody>
          <a:bodyPr vert="horz" wrap="square" lIns="91440" tIns="45720" rIns="91440" bIns="45720" rtlCol="0">
            <a:noAutofit/>
          </a:bodyPr>
          <a:lstStyle>
            <a:lvl1pPr>
              <a:defRPr lang="zh-CN" altLang="en-US"/>
            </a:lvl1pPr>
          </a:lstStyle>
          <a:p>
            <a:pPr lvl="0"/>
            <a:endParaRPr lang="zh-CN" altLang="en-US"/>
          </a:p>
        </p:txBody>
      </p:sp>
      <p:cxnSp>
        <p:nvCxnSpPr>
          <p:cNvPr id="16" name="直接连接符 15"/>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图片占位符 18"/>
          <p:cNvSpPr>
            <a:spLocks noGrp="1"/>
          </p:cNvSpPr>
          <p:nvPr>
            <p:ph type="pic" sz="quarter" idx="12"/>
          </p:nvPr>
        </p:nvSpPr>
        <p:spPr>
          <a:xfrm>
            <a:off x="4944317" y="2009982"/>
            <a:ext cx="2294476" cy="2293731"/>
          </a:xfrm>
          <a:custGeom>
            <a:avLst/>
            <a:gdLst>
              <a:gd name="connsiteX0" fmla="*/ 1147238 w 2294476"/>
              <a:gd name="connsiteY0" fmla="*/ 0 h 2293731"/>
              <a:gd name="connsiteX1" fmla="*/ 2294476 w 2294476"/>
              <a:gd name="connsiteY1" fmla="*/ 0 h 2293731"/>
              <a:gd name="connsiteX2" fmla="*/ 2294476 w 2294476"/>
              <a:gd name="connsiteY2" fmla="*/ 1147238 h 2293731"/>
              <a:gd name="connsiteX3" fmla="*/ 1264537 w 2294476"/>
              <a:gd name="connsiteY3" fmla="*/ 2288553 h 2293731"/>
              <a:gd name="connsiteX4" fmla="*/ 1161991 w 2294476"/>
              <a:gd name="connsiteY4" fmla="*/ 2293731 h 2293731"/>
              <a:gd name="connsiteX5" fmla="*/ 1132485 w 2294476"/>
              <a:gd name="connsiteY5" fmla="*/ 2293731 h 2293731"/>
              <a:gd name="connsiteX6" fmla="*/ 1029940 w 2294476"/>
              <a:gd name="connsiteY6" fmla="*/ 2288553 h 2293731"/>
              <a:gd name="connsiteX7" fmla="*/ 0 w 2294476"/>
              <a:gd name="connsiteY7" fmla="*/ 1147238 h 2293731"/>
              <a:gd name="connsiteX8" fmla="*/ 1147238 w 2294476"/>
              <a:gd name="connsiteY8" fmla="*/ 0 h 229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476" h="2293731">
                <a:moveTo>
                  <a:pt x="1147238" y="0"/>
                </a:moveTo>
                <a:lnTo>
                  <a:pt x="2294476" y="0"/>
                </a:lnTo>
                <a:lnTo>
                  <a:pt x="2294476" y="1147238"/>
                </a:lnTo>
                <a:cubicBezTo>
                  <a:pt x="2294476" y="1741240"/>
                  <a:pt x="1843038" y="2229803"/>
                  <a:pt x="1264537" y="2288553"/>
                </a:cubicBezTo>
                <a:lnTo>
                  <a:pt x="1161991" y="2293731"/>
                </a:lnTo>
                <a:lnTo>
                  <a:pt x="1132485" y="2293731"/>
                </a:lnTo>
                <a:lnTo>
                  <a:pt x="1029940" y="2288553"/>
                </a:lnTo>
                <a:cubicBezTo>
                  <a:pt x="451438" y="2229803"/>
                  <a:pt x="0" y="1741240"/>
                  <a:pt x="0" y="1147238"/>
                </a:cubicBezTo>
                <a:cubicBezTo>
                  <a:pt x="0" y="513636"/>
                  <a:pt x="513636" y="0"/>
                  <a:pt x="1147238" y="0"/>
                </a:cubicBezTo>
                <a:close/>
              </a:path>
            </a:pathLst>
          </a:custGeom>
          <a:ln w="19050">
            <a:noFill/>
          </a:ln>
          <a:effectLst>
            <a:outerShdw blurRad="63500" sx="102000" sy="102000" algn="ctr" rotWithShape="0">
              <a:prstClr val="black">
                <a:alpha val="40000"/>
              </a:prstClr>
            </a:outerShdw>
          </a:effectLst>
        </p:spPr>
        <p:txBody>
          <a:bodyPr vert="horz" wrap="square" lIns="91440" tIns="45720" rIns="91440" bIns="45720" rtlCol="0">
            <a:noAutofit/>
          </a:bodyPr>
          <a:lstStyle>
            <a:lvl1pPr>
              <a:defRPr lang="zh-CN" altLang="en-US"/>
            </a:lvl1pPr>
          </a:lstStyle>
          <a:p>
            <a:pPr lvl="0"/>
            <a:endParaRPr lang="zh-CN" altLang="en-US"/>
          </a:p>
        </p:txBody>
      </p:sp>
      <p:sp>
        <p:nvSpPr>
          <p:cNvPr id="17" name="图片占位符 16"/>
          <p:cNvSpPr>
            <a:spLocks noGrp="1"/>
          </p:cNvSpPr>
          <p:nvPr>
            <p:ph type="pic" sz="quarter" idx="10"/>
          </p:nvPr>
        </p:nvSpPr>
        <p:spPr>
          <a:xfrm>
            <a:off x="1578761" y="2009983"/>
            <a:ext cx="2294476" cy="2293731"/>
          </a:xfrm>
          <a:custGeom>
            <a:avLst/>
            <a:gdLst>
              <a:gd name="connsiteX0" fmla="*/ 1147238 w 2294476"/>
              <a:gd name="connsiteY0" fmla="*/ 0 h 2293731"/>
              <a:gd name="connsiteX1" fmla="*/ 2294476 w 2294476"/>
              <a:gd name="connsiteY1" fmla="*/ 0 h 2293731"/>
              <a:gd name="connsiteX2" fmla="*/ 2294476 w 2294476"/>
              <a:gd name="connsiteY2" fmla="*/ 1147238 h 2293731"/>
              <a:gd name="connsiteX3" fmla="*/ 1264537 w 2294476"/>
              <a:gd name="connsiteY3" fmla="*/ 2288553 h 2293731"/>
              <a:gd name="connsiteX4" fmla="*/ 1161991 w 2294476"/>
              <a:gd name="connsiteY4" fmla="*/ 2293731 h 2293731"/>
              <a:gd name="connsiteX5" fmla="*/ 1132485 w 2294476"/>
              <a:gd name="connsiteY5" fmla="*/ 2293731 h 2293731"/>
              <a:gd name="connsiteX6" fmla="*/ 1029940 w 2294476"/>
              <a:gd name="connsiteY6" fmla="*/ 2288553 h 2293731"/>
              <a:gd name="connsiteX7" fmla="*/ 0 w 2294476"/>
              <a:gd name="connsiteY7" fmla="*/ 1147238 h 2293731"/>
              <a:gd name="connsiteX8" fmla="*/ 1147238 w 2294476"/>
              <a:gd name="connsiteY8" fmla="*/ 0 h 229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476" h="2293731">
                <a:moveTo>
                  <a:pt x="1147238" y="0"/>
                </a:moveTo>
                <a:lnTo>
                  <a:pt x="2294476" y="0"/>
                </a:lnTo>
                <a:lnTo>
                  <a:pt x="2294476" y="1147238"/>
                </a:lnTo>
                <a:cubicBezTo>
                  <a:pt x="2294476" y="1741240"/>
                  <a:pt x="1843038" y="2229803"/>
                  <a:pt x="1264537" y="2288553"/>
                </a:cubicBezTo>
                <a:lnTo>
                  <a:pt x="1161991" y="2293731"/>
                </a:lnTo>
                <a:lnTo>
                  <a:pt x="1132485" y="2293731"/>
                </a:lnTo>
                <a:lnTo>
                  <a:pt x="1029940" y="2288553"/>
                </a:lnTo>
                <a:cubicBezTo>
                  <a:pt x="451438" y="2229803"/>
                  <a:pt x="0" y="1741240"/>
                  <a:pt x="0" y="1147238"/>
                </a:cubicBezTo>
                <a:cubicBezTo>
                  <a:pt x="0" y="513636"/>
                  <a:pt x="513636" y="0"/>
                  <a:pt x="1147238" y="0"/>
                </a:cubicBezTo>
                <a:close/>
              </a:path>
            </a:pathLst>
          </a:custGeom>
          <a:ln w="19050">
            <a:noFill/>
          </a:ln>
          <a:effectLst>
            <a:outerShdw blurRad="63500" sx="102000" sy="102000" algn="ctr" rotWithShape="0">
              <a:prstClr val="black">
                <a:alpha val="40000"/>
              </a:prstClr>
            </a:outerShdw>
          </a:effectLst>
        </p:spPr>
        <p:txBody>
          <a:bodyPr wrap="square">
            <a:noAutofit/>
          </a:bodyPr>
          <a:lstStyle/>
          <a:p>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样机母版">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lstStyle/>
          <a:p>
            <a:endParaRPr lang="zh-CN" altLang="en-US" dirty="0"/>
          </a:p>
        </p:txBody>
      </p:sp>
      <p:cxnSp>
        <p:nvCxnSpPr>
          <p:cNvPr id="16" name="直接连接符 15"/>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Freeform 45"/>
          <p:cNvSpPr/>
          <p:nvPr/>
        </p:nvSpPr>
        <p:spPr bwMode="auto">
          <a:xfrm>
            <a:off x="2891583" y="5252070"/>
            <a:ext cx="3004934" cy="132606"/>
          </a:xfrm>
          <a:custGeom>
            <a:avLst/>
            <a:gdLst>
              <a:gd name="T0" fmla="*/ 0 w 885"/>
              <a:gd name="T1" fmla="*/ 16 h 39"/>
              <a:gd name="T2" fmla="*/ 78 w 885"/>
              <a:gd name="T3" fmla="*/ 39 h 39"/>
              <a:gd name="T4" fmla="*/ 885 w 885"/>
              <a:gd name="T5" fmla="*/ 39 h 39"/>
              <a:gd name="T6" fmla="*/ 885 w 885"/>
              <a:gd name="T7" fmla="*/ 0 h 39"/>
              <a:gd name="T8" fmla="*/ 0 w 885"/>
              <a:gd name="T9" fmla="*/ 0 h 39"/>
              <a:gd name="T10" fmla="*/ 0 w 885"/>
              <a:gd name="T11" fmla="*/ 16 h 39"/>
            </a:gdLst>
            <a:ahLst/>
            <a:cxnLst>
              <a:cxn ang="0">
                <a:pos x="T0" y="T1"/>
              </a:cxn>
              <a:cxn ang="0">
                <a:pos x="T2" y="T3"/>
              </a:cxn>
              <a:cxn ang="0">
                <a:pos x="T4" y="T5"/>
              </a:cxn>
              <a:cxn ang="0">
                <a:pos x="T6" y="T7"/>
              </a:cxn>
              <a:cxn ang="0">
                <a:pos x="T8" y="T9"/>
              </a:cxn>
              <a:cxn ang="0">
                <a:pos x="T10" y="T11"/>
              </a:cxn>
            </a:cxnLst>
            <a:rect l="0" t="0" r="r" b="b"/>
            <a:pathLst>
              <a:path w="885" h="39">
                <a:moveTo>
                  <a:pt x="0" y="16"/>
                </a:moveTo>
                <a:cubicBezTo>
                  <a:pt x="0" y="23"/>
                  <a:pt x="30" y="39"/>
                  <a:pt x="78" y="39"/>
                </a:cubicBezTo>
                <a:cubicBezTo>
                  <a:pt x="126" y="39"/>
                  <a:pt x="885" y="39"/>
                  <a:pt x="885" y="39"/>
                </a:cubicBezTo>
                <a:cubicBezTo>
                  <a:pt x="885" y="0"/>
                  <a:pt x="885" y="0"/>
                  <a:pt x="885" y="0"/>
                </a:cubicBezTo>
                <a:cubicBezTo>
                  <a:pt x="0" y="0"/>
                  <a:pt x="0" y="0"/>
                  <a:pt x="0" y="0"/>
                </a:cubicBezTo>
                <a:lnTo>
                  <a:pt x="0" y="16"/>
                </a:lnTo>
                <a:close/>
              </a:path>
            </a:pathLst>
          </a:custGeom>
          <a:solidFill>
            <a:srgbClr val="2E2E35"/>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5" name="Freeform 46"/>
          <p:cNvSpPr/>
          <p:nvPr/>
        </p:nvSpPr>
        <p:spPr bwMode="auto">
          <a:xfrm>
            <a:off x="5852327" y="5252070"/>
            <a:ext cx="3004934" cy="132606"/>
          </a:xfrm>
          <a:custGeom>
            <a:avLst/>
            <a:gdLst>
              <a:gd name="T0" fmla="*/ 884 w 884"/>
              <a:gd name="T1" fmla="*/ 16 h 39"/>
              <a:gd name="T2" fmla="*/ 806 w 884"/>
              <a:gd name="T3" fmla="*/ 39 h 39"/>
              <a:gd name="T4" fmla="*/ 0 w 884"/>
              <a:gd name="T5" fmla="*/ 39 h 39"/>
              <a:gd name="T6" fmla="*/ 0 w 884"/>
              <a:gd name="T7" fmla="*/ 0 h 39"/>
              <a:gd name="T8" fmla="*/ 884 w 884"/>
              <a:gd name="T9" fmla="*/ 0 h 39"/>
              <a:gd name="T10" fmla="*/ 884 w 884"/>
              <a:gd name="T11" fmla="*/ 16 h 39"/>
            </a:gdLst>
            <a:ahLst/>
            <a:cxnLst>
              <a:cxn ang="0">
                <a:pos x="T0" y="T1"/>
              </a:cxn>
              <a:cxn ang="0">
                <a:pos x="T2" y="T3"/>
              </a:cxn>
              <a:cxn ang="0">
                <a:pos x="T4" y="T5"/>
              </a:cxn>
              <a:cxn ang="0">
                <a:pos x="T6" y="T7"/>
              </a:cxn>
              <a:cxn ang="0">
                <a:pos x="T8" y="T9"/>
              </a:cxn>
              <a:cxn ang="0">
                <a:pos x="T10" y="T11"/>
              </a:cxn>
            </a:cxnLst>
            <a:rect l="0" t="0" r="r" b="b"/>
            <a:pathLst>
              <a:path w="884" h="39">
                <a:moveTo>
                  <a:pt x="884" y="16"/>
                </a:moveTo>
                <a:cubicBezTo>
                  <a:pt x="884" y="23"/>
                  <a:pt x="854" y="39"/>
                  <a:pt x="806" y="39"/>
                </a:cubicBezTo>
                <a:cubicBezTo>
                  <a:pt x="758" y="39"/>
                  <a:pt x="0" y="39"/>
                  <a:pt x="0" y="39"/>
                </a:cubicBezTo>
                <a:cubicBezTo>
                  <a:pt x="0" y="0"/>
                  <a:pt x="0" y="0"/>
                  <a:pt x="0" y="0"/>
                </a:cubicBezTo>
                <a:cubicBezTo>
                  <a:pt x="884" y="0"/>
                  <a:pt x="884" y="0"/>
                  <a:pt x="884" y="0"/>
                </a:cubicBezTo>
                <a:lnTo>
                  <a:pt x="884" y="16"/>
                </a:lnTo>
                <a:close/>
              </a:path>
            </a:pathLst>
          </a:custGeom>
          <a:solidFill>
            <a:srgbClr val="2E2E35"/>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7" name="Freeform 47"/>
          <p:cNvSpPr/>
          <p:nvPr/>
        </p:nvSpPr>
        <p:spPr bwMode="auto">
          <a:xfrm>
            <a:off x="3479652" y="1950543"/>
            <a:ext cx="4833729" cy="3311728"/>
          </a:xfrm>
          <a:custGeom>
            <a:avLst/>
            <a:gdLst>
              <a:gd name="T0" fmla="*/ 1378 w 1423"/>
              <a:gd name="T1" fmla="*/ 0 h 974"/>
              <a:gd name="T2" fmla="*/ 45 w 1423"/>
              <a:gd name="T3" fmla="*/ 0 h 974"/>
              <a:gd name="T4" fmla="*/ 0 w 1423"/>
              <a:gd name="T5" fmla="*/ 45 h 974"/>
              <a:gd name="T6" fmla="*/ 0 w 1423"/>
              <a:gd name="T7" fmla="*/ 218 h 974"/>
              <a:gd name="T8" fmla="*/ 0 w 1423"/>
              <a:gd name="T9" fmla="*/ 929 h 974"/>
              <a:gd name="T10" fmla="*/ 45 w 1423"/>
              <a:gd name="T11" fmla="*/ 974 h 974"/>
              <a:gd name="T12" fmla="*/ 1378 w 1423"/>
              <a:gd name="T13" fmla="*/ 974 h 974"/>
              <a:gd name="T14" fmla="*/ 1423 w 1423"/>
              <a:gd name="T15" fmla="*/ 929 h 974"/>
              <a:gd name="T16" fmla="*/ 1423 w 1423"/>
              <a:gd name="T17" fmla="*/ 45 h 974"/>
              <a:gd name="T18" fmla="*/ 1378 w 1423"/>
              <a:gd name="T19"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3" h="974">
                <a:moveTo>
                  <a:pt x="1378" y="0"/>
                </a:moveTo>
                <a:cubicBezTo>
                  <a:pt x="45" y="0"/>
                  <a:pt x="45" y="0"/>
                  <a:pt x="45" y="0"/>
                </a:cubicBezTo>
                <a:cubicBezTo>
                  <a:pt x="20" y="0"/>
                  <a:pt x="0" y="20"/>
                  <a:pt x="0" y="45"/>
                </a:cubicBezTo>
                <a:cubicBezTo>
                  <a:pt x="0" y="218"/>
                  <a:pt x="0" y="218"/>
                  <a:pt x="0" y="218"/>
                </a:cubicBezTo>
                <a:cubicBezTo>
                  <a:pt x="0" y="929"/>
                  <a:pt x="0" y="929"/>
                  <a:pt x="0" y="929"/>
                </a:cubicBezTo>
                <a:cubicBezTo>
                  <a:pt x="0" y="954"/>
                  <a:pt x="20" y="974"/>
                  <a:pt x="45" y="974"/>
                </a:cubicBezTo>
                <a:cubicBezTo>
                  <a:pt x="1378" y="974"/>
                  <a:pt x="1378" y="974"/>
                  <a:pt x="1378" y="974"/>
                </a:cubicBezTo>
                <a:cubicBezTo>
                  <a:pt x="1403" y="974"/>
                  <a:pt x="1423" y="954"/>
                  <a:pt x="1423" y="929"/>
                </a:cubicBezTo>
                <a:cubicBezTo>
                  <a:pt x="1423" y="45"/>
                  <a:pt x="1423" y="45"/>
                  <a:pt x="1423" y="45"/>
                </a:cubicBezTo>
                <a:cubicBezTo>
                  <a:pt x="1423" y="20"/>
                  <a:pt x="1403" y="0"/>
                  <a:pt x="1378" y="0"/>
                </a:cubicBezTo>
                <a:close/>
              </a:path>
            </a:pathLst>
          </a:custGeom>
          <a:solidFill>
            <a:srgbClr val="D2D3D5"/>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8" name="Freeform 48"/>
          <p:cNvSpPr/>
          <p:nvPr/>
        </p:nvSpPr>
        <p:spPr bwMode="auto">
          <a:xfrm>
            <a:off x="3496649" y="1967543"/>
            <a:ext cx="4803138" cy="3277727"/>
          </a:xfrm>
          <a:custGeom>
            <a:avLst/>
            <a:gdLst>
              <a:gd name="T0" fmla="*/ 40 w 1414"/>
              <a:gd name="T1" fmla="*/ 964 h 964"/>
              <a:gd name="T2" fmla="*/ 0 w 1414"/>
              <a:gd name="T3" fmla="*/ 924 h 964"/>
              <a:gd name="T4" fmla="*/ 0 w 1414"/>
              <a:gd name="T5" fmla="*/ 40 h 964"/>
              <a:gd name="T6" fmla="*/ 40 w 1414"/>
              <a:gd name="T7" fmla="*/ 0 h 964"/>
              <a:gd name="T8" fmla="*/ 1373 w 1414"/>
              <a:gd name="T9" fmla="*/ 0 h 964"/>
              <a:gd name="T10" fmla="*/ 1414 w 1414"/>
              <a:gd name="T11" fmla="*/ 40 h 964"/>
              <a:gd name="T12" fmla="*/ 1414 w 1414"/>
              <a:gd name="T13" fmla="*/ 924 h 964"/>
              <a:gd name="T14" fmla="*/ 1373 w 1414"/>
              <a:gd name="T15" fmla="*/ 964 h 964"/>
              <a:gd name="T16" fmla="*/ 40 w 1414"/>
              <a:gd name="T17"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964">
                <a:moveTo>
                  <a:pt x="40" y="964"/>
                </a:moveTo>
                <a:cubicBezTo>
                  <a:pt x="18" y="964"/>
                  <a:pt x="0" y="946"/>
                  <a:pt x="0" y="924"/>
                </a:cubicBezTo>
                <a:cubicBezTo>
                  <a:pt x="0" y="40"/>
                  <a:pt x="0" y="40"/>
                  <a:pt x="0" y="40"/>
                </a:cubicBezTo>
                <a:cubicBezTo>
                  <a:pt x="0" y="18"/>
                  <a:pt x="18" y="0"/>
                  <a:pt x="40" y="0"/>
                </a:cubicBezTo>
                <a:cubicBezTo>
                  <a:pt x="1373" y="0"/>
                  <a:pt x="1373" y="0"/>
                  <a:pt x="1373" y="0"/>
                </a:cubicBezTo>
                <a:cubicBezTo>
                  <a:pt x="1396" y="0"/>
                  <a:pt x="1414" y="18"/>
                  <a:pt x="1414" y="40"/>
                </a:cubicBezTo>
                <a:cubicBezTo>
                  <a:pt x="1414" y="924"/>
                  <a:pt x="1414" y="924"/>
                  <a:pt x="1414" y="924"/>
                </a:cubicBezTo>
                <a:cubicBezTo>
                  <a:pt x="1414" y="946"/>
                  <a:pt x="1396" y="964"/>
                  <a:pt x="1373" y="964"/>
                </a:cubicBezTo>
                <a:lnTo>
                  <a:pt x="40" y="964"/>
                </a:lnTo>
                <a:close/>
              </a:path>
            </a:pathLst>
          </a:custGeom>
          <a:solidFill>
            <a:srgbClr val="2E2E35"/>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9" name="Rectangle 50"/>
          <p:cNvSpPr>
            <a:spLocks noChangeArrowheads="1"/>
          </p:cNvSpPr>
          <p:nvPr/>
        </p:nvSpPr>
        <p:spPr bwMode="auto">
          <a:xfrm>
            <a:off x="2891583" y="5197667"/>
            <a:ext cx="5965680" cy="108804"/>
          </a:xfrm>
          <a:prstGeom prst="rect">
            <a:avLst/>
          </a:pr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5" name="图片占位符 4"/>
          <p:cNvSpPr>
            <a:spLocks noGrp="1"/>
          </p:cNvSpPr>
          <p:nvPr>
            <p:ph type="pic" sz="quarter" idx="10"/>
          </p:nvPr>
        </p:nvSpPr>
        <p:spPr>
          <a:xfrm>
            <a:off x="3656414" y="2174950"/>
            <a:ext cx="4483608" cy="2832311"/>
          </a:xfrm>
        </p:spPr>
        <p:txBody>
          <a:bodyPr/>
          <a:lstStyle/>
          <a:p>
            <a:endParaRPr lang="zh-CN" altLang="en-US"/>
          </a:p>
        </p:txBody>
      </p:sp>
      <p:sp>
        <p:nvSpPr>
          <p:cNvPr id="20" name="Freeform 51"/>
          <p:cNvSpPr/>
          <p:nvPr/>
        </p:nvSpPr>
        <p:spPr bwMode="auto">
          <a:xfrm>
            <a:off x="5444416" y="5197667"/>
            <a:ext cx="856610" cy="61202"/>
          </a:xfrm>
          <a:custGeom>
            <a:avLst/>
            <a:gdLst>
              <a:gd name="T0" fmla="*/ 0 w 252"/>
              <a:gd name="T1" fmla="*/ 0 h 18"/>
              <a:gd name="T2" fmla="*/ 22 w 252"/>
              <a:gd name="T3" fmla="*/ 18 h 18"/>
              <a:gd name="T4" fmla="*/ 230 w 252"/>
              <a:gd name="T5" fmla="*/ 18 h 18"/>
              <a:gd name="T6" fmla="*/ 252 w 252"/>
              <a:gd name="T7" fmla="*/ 0 h 18"/>
              <a:gd name="T8" fmla="*/ 0 w 252"/>
              <a:gd name="T9" fmla="*/ 0 h 18"/>
            </a:gdLst>
            <a:ahLst/>
            <a:cxnLst>
              <a:cxn ang="0">
                <a:pos x="T0" y="T1"/>
              </a:cxn>
              <a:cxn ang="0">
                <a:pos x="T2" y="T3"/>
              </a:cxn>
              <a:cxn ang="0">
                <a:pos x="T4" y="T5"/>
              </a:cxn>
              <a:cxn ang="0">
                <a:pos x="T6" y="T7"/>
              </a:cxn>
              <a:cxn ang="0">
                <a:pos x="T8" y="T9"/>
              </a:cxn>
            </a:cxnLst>
            <a:rect l="0" t="0" r="r" b="b"/>
            <a:pathLst>
              <a:path w="252" h="18">
                <a:moveTo>
                  <a:pt x="0" y="0"/>
                </a:moveTo>
                <a:cubicBezTo>
                  <a:pt x="2" y="10"/>
                  <a:pt x="11" y="18"/>
                  <a:pt x="22" y="18"/>
                </a:cubicBezTo>
                <a:cubicBezTo>
                  <a:pt x="230" y="18"/>
                  <a:pt x="230" y="18"/>
                  <a:pt x="230" y="18"/>
                </a:cubicBezTo>
                <a:cubicBezTo>
                  <a:pt x="241" y="18"/>
                  <a:pt x="250" y="10"/>
                  <a:pt x="252" y="0"/>
                </a:cubicBezTo>
                <a:lnTo>
                  <a:pt x="0" y="0"/>
                </a:lnTo>
                <a:close/>
              </a:path>
            </a:pathLst>
          </a:custGeom>
          <a:solidFill>
            <a:srgbClr val="B3B4B5"/>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2" name="Oval 54"/>
          <p:cNvSpPr>
            <a:spLocks noChangeArrowheads="1"/>
          </p:cNvSpPr>
          <p:nvPr/>
        </p:nvSpPr>
        <p:spPr bwMode="auto">
          <a:xfrm>
            <a:off x="5869324" y="2055946"/>
            <a:ext cx="50989" cy="51003"/>
          </a:xfrm>
          <a:prstGeom prst="ellipse">
            <a:avLst/>
          </a:prstGeom>
          <a:solidFill>
            <a:srgbClr val="2C2C2C"/>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3" name="Oval 55"/>
          <p:cNvSpPr>
            <a:spLocks noChangeArrowheads="1"/>
          </p:cNvSpPr>
          <p:nvPr/>
        </p:nvSpPr>
        <p:spPr bwMode="auto">
          <a:xfrm>
            <a:off x="5869324" y="2052547"/>
            <a:ext cx="50989" cy="47602"/>
          </a:xfrm>
          <a:prstGeom prst="ellipse">
            <a:avLst/>
          </a:prstGeom>
          <a:solidFill>
            <a:srgbClr val="0A0A0A"/>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4" name="Oval 56"/>
          <p:cNvSpPr>
            <a:spLocks noChangeArrowheads="1"/>
          </p:cNvSpPr>
          <p:nvPr/>
        </p:nvSpPr>
        <p:spPr bwMode="auto">
          <a:xfrm>
            <a:off x="5879520" y="2059347"/>
            <a:ext cx="30595" cy="34001"/>
          </a:xfrm>
          <a:prstGeom prst="ellipse">
            <a:avLst/>
          </a:prstGeom>
          <a:solidFill>
            <a:srgbClr val="000000"/>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5" name="Oval 57"/>
          <p:cNvSpPr>
            <a:spLocks noChangeArrowheads="1"/>
          </p:cNvSpPr>
          <p:nvPr/>
        </p:nvSpPr>
        <p:spPr bwMode="auto">
          <a:xfrm>
            <a:off x="5886318" y="2069547"/>
            <a:ext cx="16998" cy="17002"/>
          </a:xfrm>
          <a:prstGeom prst="ellipse">
            <a:avLst/>
          </a:prstGeom>
          <a:solidFill>
            <a:srgbClr val="2C99B4"/>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6" name="Freeform 58"/>
          <p:cNvSpPr/>
          <p:nvPr/>
        </p:nvSpPr>
        <p:spPr bwMode="auto">
          <a:xfrm>
            <a:off x="5893117" y="2072948"/>
            <a:ext cx="3400" cy="6801"/>
          </a:xfrm>
          <a:custGeom>
            <a:avLst/>
            <a:gdLst>
              <a:gd name="T0" fmla="*/ 1 w 1"/>
              <a:gd name="T1" fmla="*/ 1 h 2"/>
              <a:gd name="T2" fmla="*/ 1 w 1"/>
              <a:gd name="T3" fmla="*/ 2 h 2"/>
              <a:gd name="T4" fmla="*/ 0 w 1"/>
              <a:gd name="T5" fmla="*/ 1 h 2"/>
              <a:gd name="T6" fmla="*/ 1 w 1"/>
              <a:gd name="T7" fmla="*/ 0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lnTo>
                  <a:pt x="1" y="2"/>
                </a:lnTo>
                <a:lnTo>
                  <a:pt x="0" y="1"/>
                </a:lnTo>
                <a:lnTo>
                  <a:pt x="1" y="0"/>
                </a:lnTo>
                <a:lnTo>
                  <a:pt x="1" y="1"/>
                </a:lnTo>
                <a:close/>
              </a:path>
            </a:pathLst>
          </a:custGeom>
          <a:solidFill>
            <a:srgbClr val="FFFFFF"/>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0" name="Oval 61"/>
          <p:cNvSpPr>
            <a:spLocks noChangeArrowheads="1"/>
          </p:cNvSpPr>
          <p:nvPr/>
        </p:nvSpPr>
        <p:spPr bwMode="auto">
          <a:xfrm>
            <a:off x="8791476" y="3186115"/>
            <a:ext cx="36151" cy="36161"/>
          </a:xfrm>
          <a:prstGeom prst="ellipse">
            <a:avLst/>
          </a:pr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1" name="Oval 62"/>
          <p:cNvSpPr>
            <a:spLocks noChangeArrowheads="1"/>
          </p:cNvSpPr>
          <p:nvPr/>
        </p:nvSpPr>
        <p:spPr bwMode="auto">
          <a:xfrm>
            <a:off x="8803526" y="3198168"/>
            <a:ext cx="9039" cy="9041"/>
          </a:xfrm>
          <a:prstGeom prst="ellipse">
            <a:avLst/>
          </a:pr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2" name="Oval 63"/>
          <p:cNvSpPr>
            <a:spLocks noChangeArrowheads="1"/>
          </p:cNvSpPr>
          <p:nvPr/>
        </p:nvSpPr>
        <p:spPr bwMode="auto">
          <a:xfrm>
            <a:off x="8791476" y="3183100"/>
            <a:ext cx="36151" cy="36161"/>
          </a:xfrm>
          <a:prstGeom prst="ellipse">
            <a:avLst/>
          </a:pr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3" name="Oval 64"/>
          <p:cNvSpPr>
            <a:spLocks noChangeArrowheads="1"/>
          </p:cNvSpPr>
          <p:nvPr/>
        </p:nvSpPr>
        <p:spPr bwMode="auto">
          <a:xfrm>
            <a:off x="8803526" y="3195154"/>
            <a:ext cx="9039" cy="9041"/>
          </a:xfrm>
          <a:prstGeom prst="ellipse">
            <a:avLst/>
          </a:pr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4" name="Oval 65"/>
          <p:cNvSpPr>
            <a:spLocks noChangeArrowheads="1"/>
          </p:cNvSpPr>
          <p:nvPr/>
        </p:nvSpPr>
        <p:spPr bwMode="auto">
          <a:xfrm>
            <a:off x="8797501" y="3189127"/>
            <a:ext cx="24101" cy="24107"/>
          </a:xfrm>
          <a:prstGeom prst="ellipse">
            <a:avLst/>
          </a:pr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5" name="Oval 66"/>
          <p:cNvSpPr>
            <a:spLocks noChangeArrowheads="1"/>
          </p:cNvSpPr>
          <p:nvPr/>
        </p:nvSpPr>
        <p:spPr bwMode="auto">
          <a:xfrm>
            <a:off x="8797501" y="3189127"/>
            <a:ext cx="24101" cy="24107"/>
          </a:xfrm>
          <a:prstGeom prst="ellipse">
            <a:avLst/>
          </a:pr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6" name="Oval 67"/>
          <p:cNvSpPr>
            <a:spLocks noChangeArrowheads="1"/>
          </p:cNvSpPr>
          <p:nvPr/>
        </p:nvSpPr>
        <p:spPr bwMode="auto">
          <a:xfrm>
            <a:off x="8803526" y="3195154"/>
            <a:ext cx="12050" cy="12054"/>
          </a:xfrm>
          <a:prstGeom prst="ellipse">
            <a:avLst/>
          </a:pr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7" name="Oval 68"/>
          <p:cNvSpPr>
            <a:spLocks noChangeArrowheads="1"/>
          </p:cNvSpPr>
          <p:nvPr/>
        </p:nvSpPr>
        <p:spPr bwMode="auto">
          <a:xfrm>
            <a:off x="8803526" y="3195154"/>
            <a:ext cx="12050" cy="12054"/>
          </a:xfrm>
          <a:prstGeom prst="ellipse">
            <a:avLst/>
          </a:pr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8" name="Freeform 69"/>
          <p:cNvSpPr/>
          <p:nvPr/>
        </p:nvSpPr>
        <p:spPr bwMode="auto">
          <a:xfrm>
            <a:off x="8806540" y="3198168"/>
            <a:ext cx="3013" cy="3014"/>
          </a:xfrm>
          <a:custGeom>
            <a:avLst/>
            <a:gdLst>
              <a:gd name="T0" fmla="*/ 1 w 1"/>
              <a:gd name="T1" fmla="*/ 1 h 1"/>
              <a:gd name="T2" fmla="*/ 1 w 1"/>
              <a:gd name="T3" fmla="*/ 1 h 1"/>
              <a:gd name="T4" fmla="*/ 0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0" y="1"/>
                </a:lnTo>
                <a:lnTo>
                  <a:pt x="1" y="0"/>
                </a:lnTo>
                <a:lnTo>
                  <a:pt x="1" y="1"/>
                </a:lnTo>
                <a:close/>
              </a:path>
            </a:pathLst>
          </a:cu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9" name="Freeform 70"/>
          <p:cNvSpPr/>
          <p:nvPr/>
        </p:nvSpPr>
        <p:spPr bwMode="auto">
          <a:xfrm>
            <a:off x="8806540" y="3198168"/>
            <a:ext cx="3013" cy="3014"/>
          </a:xfrm>
          <a:custGeom>
            <a:avLst/>
            <a:gdLst>
              <a:gd name="T0" fmla="*/ 1 w 1"/>
              <a:gd name="T1" fmla="*/ 1 h 1"/>
              <a:gd name="T2" fmla="*/ 1 w 1"/>
              <a:gd name="T3" fmla="*/ 1 h 1"/>
              <a:gd name="T4" fmla="*/ 0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0" y="1"/>
                </a:lnTo>
                <a:lnTo>
                  <a:pt x="1" y="0"/>
                </a:lnTo>
                <a:lnTo>
                  <a:pt x="1" y="1"/>
                </a:lnTo>
                <a:close/>
              </a:path>
            </a:pathLst>
          </a:cu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0" name="Oval 71"/>
          <p:cNvSpPr>
            <a:spLocks noChangeArrowheads="1"/>
          </p:cNvSpPr>
          <p:nvPr/>
        </p:nvSpPr>
        <p:spPr bwMode="auto">
          <a:xfrm>
            <a:off x="8710136" y="5361792"/>
            <a:ext cx="195821" cy="195872"/>
          </a:xfrm>
          <a:prstGeom prst="ellipse">
            <a:avLst/>
          </a:pr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1" name="Freeform 72"/>
          <p:cNvSpPr/>
          <p:nvPr/>
        </p:nvSpPr>
        <p:spPr bwMode="auto">
          <a:xfrm>
            <a:off x="8758338" y="5410006"/>
            <a:ext cx="99417" cy="99443"/>
          </a:xfrm>
          <a:custGeom>
            <a:avLst/>
            <a:gdLst>
              <a:gd name="T0" fmla="*/ 31 w 33"/>
              <a:gd name="T1" fmla="*/ 22 h 33"/>
              <a:gd name="T2" fmla="*/ 29 w 33"/>
              <a:gd name="T3" fmla="*/ 22 h 33"/>
              <a:gd name="T4" fmla="*/ 22 w 33"/>
              <a:gd name="T5" fmla="*/ 29 h 33"/>
              <a:gd name="T6" fmla="*/ 11 w 33"/>
              <a:gd name="T7" fmla="*/ 29 h 33"/>
              <a:gd name="T8" fmla="*/ 4 w 33"/>
              <a:gd name="T9" fmla="*/ 22 h 33"/>
              <a:gd name="T10" fmla="*/ 4 w 33"/>
              <a:gd name="T11" fmla="*/ 11 h 33"/>
              <a:gd name="T12" fmla="*/ 11 w 33"/>
              <a:gd name="T13" fmla="*/ 4 h 33"/>
              <a:gd name="T14" fmla="*/ 22 w 33"/>
              <a:gd name="T15" fmla="*/ 4 h 33"/>
              <a:gd name="T16" fmla="*/ 29 w 33"/>
              <a:gd name="T17" fmla="*/ 11 h 33"/>
              <a:gd name="T18" fmla="*/ 29 w 33"/>
              <a:gd name="T19" fmla="*/ 22 h 33"/>
              <a:gd name="T20" fmla="*/ 31 w 33"/>
              <a:gd name="T21" fmla="*/ 22 h 33"/>
              <a:gd name="T22" fmla="*/ 33 w 33"/>
              <a:gd name="T23" fmla="*/ 22 h 33"/>
              <a:gd name="T24" fmla="*/ 33 w 33"/>
              <a:gd name="T25" fmla="*/ 11 h 33"/>
              <a:gd name="T26" fmla="*/ 22 w 33"/>
              <a:gd name="T27" fmla="*/ 0 h 33"/>
              <a:gd name="T28" fmla="*/ 11 w 33"/>
              <a:gd name="T29" fmla="*/ 0 h 33"/>
              <a:gd name="T30" fmla="*/ 0 w 33"/>
              <a:gd name="T31" fmla="*/ 11 h 33"/>
              <a:gd name="T32" fmla="*/ 0 w 33"/>
              <a:gd name="T33" fmla="*/ 22 h 33"/>
              <a:gd name="T34" fmla="*/ 11 w 33"/>
              <a:gd name="T35" fmla="*/ 33 h 33"/>
              <a:gd name="T36" fmla="*/ 22 w 33"/>
              <a:gd name="T37" fmla="*/ 33 h 33"/>
              <a:gd name="T38" fmla="*/ 33 w 33"/>
              <a:gd name="T39" fmla="*/ 22 h 33"/>
              <a:gd name="T40" fmla="*/ 31 w 33"/>
              <a:gd name="T41"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 h="33">
                <a:moveTo>
                  <a:pt x="31" y="22"/>
                </a:moveTo>
                <a:cubicBezTo>
                  <a:pt x="29" y="22"/>
                  <a:pt x="29" y="22"/>
                  <a:pt x="29" y="22"/>
                </a:cubicBezTo>
                <a:cubicBezTo>
                  <a:pt x="29" y="26"/>
                  <a:pt x="26" y="29"/>
                  <a:pt x="22" y="29"/>
                </a:cubicBezTo>
                <a:cubicBezTo>
                  <a:pt x="11" y="29"/>
                  <a:pt x="11" y="29"/>
                  <a:pt x="11" y="29"/>
                </a:cubicBezTo>
                <a:cubicBezTo>
                  <a:pt x="7" y="29"/>
                  <a:pt x="4" y="26"/>
                  <a:pt x="4" y="22"/>
                </a:cubicBezTo>
                <a:cubicBezTo>
                  <a:pt x="4" y="11"/>
                  <a:pt x="4" y="11"/>
                  <a:pt x="4" y="11"/>
                </a:cubicBezTo>
                <a:cubicBezTo>
                  <a:pt x="4" y="7"/>
                  <a:pt x="7" y="4"/>
                  <a:pt x="11" y="4"/>
                </a:cubicBezTo>
                <a:cubicBezTo>
                  <a:pt x="22" y="4"/>
                  <a:pt x="22" y="4"/>
                  <a:pt x="22" y="4"/>
                </a:cubicBezTo>
                <a:cubicBezTo>
                  <a:pt x="26" y="4"/>
                  <a:pt x="29" y="7"/>
                  <a:pt x="29" y="11"/>
                </a:cubicBezTo>
                <a:cubicBezTo>
                  <a:pt x="29" y="22"/>
                  <a:pt x="29" y="22"/>
                  <a:pt x="29" y="22"/>
                </a:cubicBezTo>
                <a:cubicBezTo>
                  <a:pt x="31" y="22"/>
                  <a:pt x="31" y="22"/>
                  <a:pt x="31" y="22"/>
                </a:cubicBezTo>
                <a:cubicBezTo>
                  <a:pt x="33" y="22"/>
                  <a:pt x="33" y="22"/>
                  <a:pt x="33" y="22"/>
                </a:cubicBezTo>
                <a:cubicBezTo>
                  <a:pt x="33" y="11"/>
                  <a:pt x="33" y="11"/>
                  <a:pt x="33" y="11"/>
                </a:cubicBezTo>
                <a:cubicBezTo>
                  <a:pt x="33" y="5"/>
                  <a:pt x="28" y="0"/>
                  <a:pt x="22" y="0"/>
                </a:cubicBezTo>
                <a:cubicBezTo>
                  <a:pt x="11" y="0"/>
                  <a:pt x="11" y="0"/>
                  <a:pt x="11" y="0"/>
                </a:cubicBezTo>
                <a:cubicBezTo>
                  <a:pt x="5" y="0"/>
                  <a:pt x="0" y="5"/>
                  <a:pt x="0" y="11"/>
                </a:cubicBezTo>
                <a:cubicBezTo>
                  <a:pt x="0" y="22"/>
                  <a:pt x="0" y="22"/>
                  <a:pt x="0" y="22"/>
                </a:cubicBezTo>
                <a:cubicBezTo>
                  <a:pt x="0" y="28"/>
                  <a:pt x="5" y="33"/>
                  <a:pt x="11" y="33"/>
                </a:cubicBezTo>
                <a:cubicBezTo>
                  <a:pt x="22" y="33"/>
                  <a:pt x="22" y="33"/>
                  <a:pt x="22" y="33"/>
                </a:cubicBezTo>
                <a:cubicBezTo>
                  <a:pt x="28" y="33"/>
                  <a:pt x="33" y="28"/>
                  <a:pt x="33" y="22"/>
                </a:cubicBezTo>
                <a:lnTo>
                  <a:pt x="31" y="22"/>
                </a:lnTo>
                <a:close/>
              </a:path>
            </a:pathLst>
          </a:custGeom>
          <a:solidFill>
            <a:srgbClr val="FFFFFF">
              <a:lumMod val="7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3" name="Freeform 75"/>
          <p:cNvSpPr/>
          <p:nvPr/>
        </p:nvSpPr>
        <p:spPr bwMode="auto">
          <a:xfrm>
            <a:off x="8716162" y="3273502"/>
            <a:ext cx="219923" cy="51229"/>
          </a:xfrm>
          <a:custGeom>
            <a:avLst/>
            <a:gdLst>
              <a:gd name="T0" fmla="*/ 8 w 73"/>
              <a:gd name="T1" fmla="*/ 17 h 17"/>
              <a:gd name="T2" fmla="*/ 0 w 73"/>
              <a:gd name="T3" fmla="*/ 9 h 17"/>
              <a:gd name="T4" fmla="*/ 8 w 73"/>
              <a:gd name="T5" fmla="*/ 0 h 17"/>
              <a:gd name="T6" fmla="*/ 65 w 73"/>
              <a:gd name="T7" fmla="*/ 0 h 17"/>
              <a:gd name="T8" fmla="*/ 73 w 73"/>
              <a:gd name="T9" fmla="*/ 9 h 17"/>
              <a:gd name="T10" fmla="*/ 65 w 73"/>
              <a:gd name="T11" fmla="*/ 17 h 17"/>
              <a:gd name="T12" fmla="*/ 8 w 7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73" h="17">
                <a:moveTo>
                  <a:pt x="8" y="17"/>
                </a:moveTo>
                <a:cubicBezTo>
                  <a:pt x="3" y="17"/>
                  <a:pt x="0" y="13"/>
                  <a:pt x="0" y="9"/>
                </a:cubicBezTo>
                <a:cubicBezTo>
                  <a:pt x="0" y="4"/>
                  <a:pt x="3" y="0"/>
                  <a:pt x="8" y="0"/>
                </a:cubicBezTo>
                <a:cubicBezTo>
                  <a:pt x="65" y="0"/>
                  <a:pt x="65" y="0"/>
                  <a:pt x="65" y="0"/>
                </a:cubicBezTo>
                <a:cubicBezTo>
                  <a:pt x="70" y="0"/>
                  <a:pt x="73" y="4"/>
                  <a:pt x="73" y="9"/>
                </a:cubicBezTo>
                <a:cubicBezTo>
                  <a:pt x="73" y="13"/>
                  <a:pt x="70" y="17"/>
                  <a:pt x="65" y="17"/>
                </a:cubicBezTo>
                <a:lnTo>
                  <a:pt x="8" y="17"/>
                </a:lnTo>
                <a:close/>
              </a:path>
            </a:pathLst>
          </a:cu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4" name="Freeform 76"/>
          <p:cNvSpPr/>
          <p:nvPr/>
        </p:nvSpPr>
        <p:spPr bwMode="auto">
          <a:xfrm>
            <a:off x="8728212" y="3288570"/>
            <a:ext cx="195821" cy="21095"/>
          </a:xfrm>
          <a:custGeom>
            <a:avLst/>
            <a:gdLst>
              <a:gd name="T0" fmla="*/ 65 w 65"/>
              <a:gd name="T1" fmla="*/ 4 h 7"/>
              <a:gd name="T2" fmla="*/ 61 w 65"/>
              <a:gd name="T3" fmla="*/ 7 h 7"/>
              <a:gd name="T4" fmla="*/ 4 w 65"/>
              <a:gd name="T5" fmla="*/ 7 h 7"/>
              <a:gd name="T6" fmla="*/ 0 w 65"/>
              <a:gd name="T7" fmla="*/ 4 h 7"/>
              <a:gd name="T8" fmla="*/ 4 w 65"/>
              <a:gd name="T9" fmla="*/ 0 h 7"/>
              <a:gd name="T10" fmla="*/ 61 w 65"/>
              <a:gd name="T11" fmla="*/ 0 h 7"/>
              <a:gd name="T12" fmla="*/ 65 w 65"/>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65" h="7">
                <a:moveTo>
                  <a:pt x="65" y="4"/>
                </a:moveTo>
                <a:cubicBezTo>
                  <a:pt x="65" y="6"/>
                  <a:pt x="63" y="7"/>
                  <a:pt x="61" y="7"/>
                </a:cubicBezTo>
                <a:cubicBezTo>
                  <a:pt x="4" y="7"/>
                  <a:pt x="4" y="7"/>
                  <a:pt x="4" y="7"/>
                </a:cubicBezTo>
                <a:cubicBezTo>
                  <a:pt x="2" y="7"/>
                  <a:pt x="0" y="6"/>
                  <a:pt x="0" y="4"/>
                </a:cubicBezTo>
                <a:cubicBezTo>
                  <a:pt x="0" y="2"/>
                  <a:pt x="2" y="0"/>
                  <a:pt x="4" y="0"/>
                </a:cubicBezTo>
                <a:cubicBezTo>
                  <a:pt x="61" y="0"/>
                  <a:pt x="61" y="0"/>
                  <a:pt x="61" y="0"/>
                </a:cubicBezTo>
                <a:cubicBezTo>
                  <a:pt x="63" y="0"/>
                  <a:pt x="65" y="2"/>
                  <a:pt x="65" y="4"/>
                </a:cubicBezTo>
                <a:close/>
              </a:path>
            </a:pathLst>
          </a:cu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5" name="Oval 77"/>
          <p:cNvSpPr>
            <a:spLocks noChangeArrowheads="1"/>
          </p:cNvSpPr>
          <p:nvPr/>
        </p:nvSpPr>
        <p:spPr bwMode="auto">
          <a:xfrm>
            <a:off x="8643859" y="3282543"/>
            <a:ext cx="33140" cy="33148"/>
          </a:xfrm>
          <a:prstGeom prst="ellipse">
            <a:avLst/>
          </a:pr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视频母版">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lstStyle/>
          <a:p>
            <a:endParaRPr lang="zh-CN" altLang="en-US" dirty="0"/>
          </a:p>
        </p:txBody>
      </p:sp>
      <p:cxnSp>
        <p:nvCxnSpPr>
          <p:cNvPr id="16" name="直接连接符 15"/>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userDrawn="1"/>
        </p:nvGrpSpPr>
        <p:grpSpPr>
          <a:xfrm>
            <a:off x="670560" y="1959198"/>
            <a:ext cx="6136670" cy="3434133"/>
            <a:chOff x="2891583" y="1950543"/>
            <a:chExt cx="5965680" cy="3434133"/>
          </a:xfrm>
        </p:grpSpPr>
        <p:sp>
          <p:nvSpPr>
            <p:cNvPr id="14" name="Freeform 45"/>
            <p:cNvSpPr/>
            <p:nvPr/>
          </p:nvSpPr>
          <p:spPr bwMode="auto">
            <a:xfrm>
              <a:off x="2891583" y="5252070"/>
              <a:ext cx="3004934" cy="132606"/>
            </a:xfrm>
            <a:custGeom>
              <a:avLst/>
              <a:gdLst>
                <a:gd name="T0" fmla="*/ 0 w 885"/>
                <a:gd name="T1" fmla="*/ 16 h 39"/>
                <a:gd name="T2" fmla="*/ 78 w 885"/>
                <a:gd name="T3" fmla="*/ 39 h 39"/>
                <a:gd name="T4" fmla="*/ 885 w 885"/>
                <a:gd name="T5" fmla="*/ 39 h 39"/>
                <a:gd name="T6" fmla="*/ 885 w 885"/>
                <a:gd name="T7" fmla="*/ 0 h 39"/>
                <a:gd name="T8" fmla="*/ 0 w 885"/>
                <a:gd name="T9" fmla="*/ 0 h 39"/>
                <a:gd name="T10" fmla="*/ 0 w 885"/>
                <a:gd name="T11" fmla="*/ 16 h 39"/>
              </a:gdLst>
              <a:ahLst/>
              <a:cxnLst>
                <a:cxn ang="0">
                  <a:pos x="T0" y="T1"/>
                </a:cxn>
                <a:cxn ang="0">
                  <a:pos x="T2" y="T3"/>
                </a:cxn>
                <a:cxn ang="0">
                  <a:pos x="T4" y="T5"/>
                </a:cxn>
                <a:cxn ang="0">
                  <a:pos x="T6" y="T7"/>
                </a:cxn>
                <a:cxn ang="0">
                  <a:pos x="T8" y="T9"/>
                </a:cxn>
                <a:cxn ang="0">
                  <a:pos x="T10" y="T11"/>
                </a:cxn>
              </a:cxnLst>
              <a:rect l="0" t="0" r="r" b="b"/>
              <a:pathLst>
                <a:path w="885" h="39">
                  <a:moveTo>
                    <a:pt x="0" y="16"/>
                  </a:moveTo>
                  <a:cubicBezTo>
                    <a:pt x="0" y="23"/>
                    <a:pt x="30" y="39"/>
                    <a:pt x="78" y="39"/>
                  </a:cubicBezTo>
                  <a:cubicBezTo>
                    <a:pt x="126" y="39"/>
                    <a:pt x="885" y="39"/>
                    <a:pt x="885" y="39"/>
                  </a:cubicBezTo>
                  <a:cubicBezTo>
                    <a:pt x="885" y="0"/>
                    <a:pt x="885" y="0"/>
                    <a:pt x="885" y="0"/>
                  </a:cubicBezTo>
                  <a:cubicBezTo>
                    <a:pt x="0" y="0"/>
                    <a:pt x="0" y="0"/>
                    <a:pt x="0" y="0"/>
                  </a:cubicBezTo>
                  <a:lnTo>
                    <a:pt x="0" y="16"/>
                  </a:lnTo>
                  <a:close/>
                </a:path>
              </a:pathLst>
            </a:custGeom>
            <a:solidFill>
              <a:srgbClr val="2E2E35"/>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5" name="Freeform 46"/>
            <p:cNvSpPr/>
            <p:nvPr/>
          </p:nvSpPr>
          <p:spPr bwMode="auto">
            <a:xfrm>
              <a:off x="5852327" y="5252070"/>
              <a:ext cx="3004934" cy="132606"/>
            </a:xfrm>
            <a:custGeom>
              <a:avLst/>
              <a:gdLst>
                <a:gd name="T0" fmla="*/ 884 w 884"/>
                <a:gd name="T1" fmla="*/ 16 h 39"/>
                <a:gd name="T2" fmla="*/ 806 w 884"/>
                <a:gd name="T3" fmla="*/ 39 h 39"/>
                <a:gd name="T4" fmla="*/ 0 w 884"/>
                <a:gd name="T5" fmla="*/ 39 h 39"/>
                <a:gd name="T6" fmla="*/ 0 w 884"/>
                <a:gd name="T7" fmla="*/ 0 h 39"/>
                <a:gd name="T8" fmla="*/ 884 w 884"/>
                <a:gd name="T9" fmla="*/ 0 h 39"/>
                <a:gd name="T10" fmla="*/ 884 w 884"/>
                <a:gd name="T11" fmla="*/ 16 h 39"/>
              </a:gdLst>
              <a:ahLst/>
              <a:cxnLst>
                <a:cxn ang="0">
                  <a:pos x="T0" y="T1"/>
                </a:cxn>
                <a:cxn ang="0">
                  <a:pos x="T2" y="T3"/>
                </a:cxn>
                <a:cxn ang="0">
                  <a:pos x="T4" y="T5"/>
                </a:cxn>
                <a:cxn ang="0">
                  <a:pos x="T6" y="T7"/>
                </a:cxn>
                <a:cxn ang="0">
                  <a:pos x="T8" y="T9"/>
                </a:cxn>
                <a:cxn ang="0">
                  <a:pos x="T10" y="T11"/>
                </a:cxn>
              </a:cxnLst>
              <a:rect l="0" t="0" r="r" b="b"/>
              <a:pathLst>
                <a:path w="884" h="39">
                  <a:moveTo>
                    <a:pt x="884" y="16"/>
                  </a:moveTo>
                  <a:cubicBezTo>
                    <a:pt x="884" y="23"/>
                    <a:pt x="854" y="39"/>
                    <a:pt x="806" y="39"/>
                  </a:cubicBezTo>
                  <a:cubicBezTo>
                    <a:pt x="758" y="39"/>
                    <a:pt x="0" y="39"/>
                    <a:pt x="0" y="39"/>
                  </a:cubicBezTo>
                  <a:cubicBezTo>
                    <a:pt x="0" y="0"/>
                    <a:pt x="0" y="0"/>
                    <a:pt x="0" y="0"/>
                  </a:cubicBezTo>
                  <a:cubicBezTo>
                    <a:pt x="884" y="0"/>
                    <a:pt x="884" y="0"/>
                    <a:pt x="884" y="0"/>
                  </a:cubicBezTo>
                  <a:lnTo>
                    <a:pt x="884" y="16"/>
                  </a:lnTo>
                  <a:close/>
                </a:path>
              </a:pathLst>
            </a:custGeom>
            <a:solidFill>
              <a:srgbClr val="2E2E35"/>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7" name="Freeform 47"/>
            <p:cNvSpPr/>
            <p:nvPr/>
          </p:nvSpPr>
          <p:spPr bwMode="auto">
            <a:xfrm>
              <a:off x="3479652" y="1950543"/>
              <a:ext cx="4833729" cy="3311728"/>
            </a:xfrm>
            <a:custGeom>
              <a:avLst/>
              <a:gdLst>
                <a:gd name="T0" fmla="*/ 1378 w 1423"/>
                <a:gd name="T1" fmla="*/ 0 h 974"/>
                <a:gd name="T2" fmla="*/ 45 w 1423"/>
                <a:gd name="T3" fmla="*/ 0 h 974"/>
                <a:gd name="T4" fmla="*/ 0 w 1423"/>
                <a:gd name="T5" fmla="*/ 45 h 974"/>
                <a:gd name="T6" fmla="*/ 0 w 1423"/>
                <a:gd name="T7" fmla="*/ 218 h 974"/>
                <a:gd name="T8" fmla="*/ 0 w 1423"/>
                <a:gd name="T9" fmla="*/ 929 h 974"/>
                <a:gd name="T10" fmla="*/ 45 w 1423"/>
                <a:gd name="T11" fmla="*/ 974 h 974"/>
                <a:gd name="T12" fmla="*/ 1378 w 1423"/>
                <a:gd name="T13" fmla="*/ 974 h 974"/>
                <a:gd name="T14" fmla="*/ 1423 w 1423"/>
                <a:gd name="T15" fmla="*/ 929 h 974"/>
                <a:gd name="T16" fmla="*/ 1423 w 1423"/>
                <a:gd name="T17" fmla="*/ 45 h 974"/>
                <a:gd name="T18" fmla="*/ 1378 w 1423"/>
                <a:gd name="T19"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3" h="974">
                  <a:moveTo>
                    <a:pt x="1378" y="0"/>
                  </a:moveTo>
                  <a:cubicBezTo>
                    <a:pt x="45" y="0"/>
                    <a:pt x="45" y="0"/>
                    <a:pt x="45" y="0"/>
                  </a:cubicBezTo>
                  <a:cubicBezTo>
                    <a:pt x="20" y="0"/>
                    <a:pt x="0" y="20"/>
                    <a:pt x="0" y="45"/>
                  </a:cubicBezTo>
                  <a:cubicBezTo>
                    <a:pt x="0" y="218"/>
                    <a:pt x="0" y="218"/>
                    <a:pt x="0" y="218"/>
                  </a:cubicBezTo>
                  <a:cubicBezTo>
                    <a:pt x="0" y="929"/>
                    <a:pt x="0" y="929"/>
                    <a:pt x="0" y="929"/>
                  </a:cubicBezTo>
                  <a:cubicBezTo>
                    <a:pt x="0" y="954"/>
                    <a:pt x="20" y="974"/>
                    <a:pt x="45" y="974"/>
                  </a:cubicBezTo>
                  <a:cubicBezTo>
                    <a:pt x="1378" y="974"/>
                    <a:pt x="1378" y="974"/>
                    <a:pt x="1378" y="974"/>
                  </a:cubicBezTo>
                  <a:cubicBezTo>
                    <a:pt x="1403" y="974"/>
                    <a:pt x="1423" y="954"/>
                    <a:pt x="1423" y="929"/>
                  </a:cubicBezTo>
                  <a:cubicBezTo>
                    <a:pt x="1423" y="45"/>
                    <a:pt x="1423" y="45"/>
                    <a:pt x="1423" y="45"/>
                  </a:cubicBezTo>
                  <a:cubicBezTo>
                    <a:pt x="1423" y="20"/>
                    <a:pt x="1403" y="0"/>
                    <a:pt x="1378" y="0"/>
                  </a:cubicBezTo>
                  <a:close/>
                </a:path>
              </a:pathLst>
            </a:custGeom>
            <a:solidFill>
              <a:srgbClr val="D2D3D5"/>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8" name="Freeform 48"/>
            <p:cNvSpPr/>
            <p:nvPr/>
          </p:nvSpPr>
          <p:spPr bwMode="auto">
            <a:xfrm>
              <a:off x="3496649" y="1967543"/>
              <a:ext cx="4803138" cy="3277727"/>
            </a:xfrm>
            <a:custGeom>
              <a:avLst/>
              <a:gdLst>
                <a:gd name="T0" fmla="*/ 40 w 1414"/>
                <a:gd name="T1" fmla="*/ 964 h 964"/>
                <a:gd name="T2" fmla="*/ 0 w 1414"/>
                <a:gd name="T3" fmla="*/ 924 h 964"/>
                <a:gd name="T4" fmla="*/ 0 w 1414"/>
                <a:gd name="T5" fmla="*/ 40 h 964"/>
                <a:gd name="T6" fmla="*/ 40 w 1414"/>
                <a:gd name="T7" fmla="*/ 0 h 964"/>
                <a:gd name="T8" fmla="*/ 1373 w 1414"/>
                <a:gd name="T9" fmla="*/ 0 h 964"/>
                <a:gd name="T10" fmla="*/ 1414 w 1414"/>
                <a:gd name="T11" fmla="*/ 40 h 964"/>
                <a:gd name="T12" fmla="*/ 1414 w 1414"/>
                <a:gd name="T13" fmla="*/ 924 h 964"/>
                <a:gd name="T14" fmla="*/ 1373 w 1414"/>
                <a:gd name="T15" fmla="*/ 964 h 964"/>
                <a:gd name="T16" fmla="*/ 40 w 1414"/>
                <a:gd name="T17"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964">
                  <a:moveTo>
                    <a:pt x="40" y="964"/>
                  </a:moveTo>
                  <a:cubicBezTo>
                    <a:pt x="18" y="964"/>
                    <a:pt x="0" y="946"/>
                    <a:pt x="0" y="924"/>
                  </a:cubicBezTo>
                  <a:cubicBezTo>
                    <a:pt x="0" y="40"/>
                    <a:pt x="0" y="40"/>
                    <a:pt x="0" y="40"/>
                  </a:cubicBezTo>
                  <a:cubicBezTo>
                    <a:pt x="0" y="18"/>
                    <a:pt x="18" y="0"/>
                    <a:pt x="40" y="0"/>
                  </a:cubicBezTo>
                  <a:cubicBezTo>
                    <a:pt x="1373" y="0"/>
                    <a:pt x="1373" y="0"/>
                    <a:pt x="1373" y="0"/>
                  </a:cubicBezTo>
                  <a:cubicBezTo>
                    <a:pt x="1396" y="0"/>
                    <a:pt x="1414" y="18"/>
                    <a:pt x="1414" y="40"/>
                  </a:cubicBezTo>
                  <a:cubicBezTo>
                    <a:pt x="1414" y="924"/>
                    <a:pt x="1414" y="924"/>
                    <a:pt x="1414" y="924"/>
                  </a:cubicBezTo>
                  <a:cubicBezTo>
                    <a:pt x="1414" y="946"/>
                    <a:pt x="1396" y="964"/>
                    <a:pt x="1373" y="964"/>
                  </a:cubicBezTo>
                  <a:lnTo>
                    <a:pt x="40" y="964"/>
                  </a:lnTo>
                  <a:close/>
                </a:path>
              </a:pathLst>
            </a:custGeom>
            <a:solidFill>
              <a:srgbClr val="2E2E35"/>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9" name="Rectangle 50"/>
            <p:cNvSpPr>
              <a:spLocks noChangeArrowheads="1"/>
            </p:cNvSpPr>
            <p:nvPr/>
          </p:nvSpPr>
          <p:spPr bwMode="auto">
            <a:xfrm>
              <a:off x="2891583" y="5197667"/>
              <a:ext cx="5965680" cy="108804"/>
            </a:xfrm>
            <a:prstGeom prst="rect">
              <a:avLst/>
            </a:prstGeom>
            <a:solidFill>
              <a:srgbClr val="FFFFFF">
                <a:lumMod val="95000"/>
              </a:srgbClr>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0" name="Freeform 51"/>
            <p:cNvSpPr/>
            <p:nvPr/>
          </p:nvSpPr>
          <p:spPr bwMode="auto">
            <a:xfrm>
              <a:off x="5444416" y="5197667"/>
              <a:ext cx="856610" cy="61202"/>
            </a:xfrm>
            <a:custGeom>
              <a:avLst/>
              <a:gdLst>
                <a:gd name="T0" fmla="*/ 0 w 252"/>
                <a:gd name="T1" fmla="*/ 0 h 18"/>
                <a:gd name="T2" fmla="*/ 22 w 252"/>
                <a:gd name="T3" fmla="*/ 18 h 18"/>
                <a:gd name="T4" fmla="*/ 230 w 252"/>
                <a:gd name="T5" fmla="*/ 18 h 18"/>
                <a:gd name="T6" fmla="*/ 252 w 252"/>
                <a:gd name="T7" fmla="*/ 0 h 18"/>
                <a:gd name="T8" fmla="*/ 0 w 252"/>
                <a:gd name="T9" fmla="*/ 0 h 18"/>
              </a:gdLst>
              <a:ahLst/>
              <a:cxnLst>
                <a:cxn ang="0">
                  <a:pos x="T0" y="T1"/>
                </a:cxn>
                <a:cxn ang="0">
                  <a:pos x="T2" y="T3"/>
                </a:cxn>
                <a:cxn ang="0">
                  <a:pos x="T4" y="T5"/>
                </a:cxn>
                <a:cxn ang="0">
                  <a:pos x="T6" y="T7"/>
                </a:cxn>
                <a:cxn ang="0">
                  <a:pos x="T8" y="T9"/>
                </a:cxn>
              </a:cxnLst>
              <a:rect l="0" t="0" r="r" b="b"/>
              <a:pathLst>
                <a:path w="252" h="18">
                  <a:moveTo>
                    <a:pt x="0" y="0"/>
                  </a:moveTo>
                  <a:cubicBezTo>
                    <a:pt x="2" y="10"/>
                    <a:pt x="11" y="18"/>
                    <a:pt x="22" y="18"/>
                  </a:cubicBezTo>
                  <a:cubicBezTo>
                    <a:pt x="230" y="18"/>
                    <a:pt x="230" y="18"/>
                    <a:pt x="230" y="18"/>
                  </a:cubicBezTo>
                  <a:cubicBezTo>
                    <a:pt x="241" y="18"/>
                    <a:pt x="250" y="10"/>
                    <a:pt x="252" y="0"/>
                  </a:cubicBezTo>
                  <a:lnTo>
                    <a:pt x="0" y="0"/>
                  </a:lnTo>
                  <a:close/>
                </a:path>
              </a:pathLst>
            </a:custGeom>
            <a:solidFill>
              <a:srgbClr val="B3B4B5"/>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2" name="Oval 54"/>
            <p:cNvSpPr>
              <a:spLocks noChangeArrowheads="1"/>
            </p:cNvSpPr>
            <p:nvPr/>
          </p:nvSpPr>
          <p:spPr bwMode="auto">
            <a:xfrm>
              <a:off x="5869324" y="2055946"/>
              <a:ext cx="50989" cy="51003"/>
            </a:xfrm>
            <a:prstGeom prst="ellipse">
              <a:avLst/>
            </a:prstGeom>
            <a:solidFill>
              <a:srgbClr val="2C2C2C"/>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3" name="Oval 55"/>
            <p:cNvSpPr>
              <a:spLocks noChangeArrowheads="1"/>
            </p:cNvSpPr>
            <p:nvPr/>
          </p:nvSpPr>
          <p:spPr bwMode="auto">
            <a:xfrm>
              <a:off x="5869324" y="2052547"/>
              <a:ext cx="50989" cy="47602"/>
            </a:xfrm>
            <a:prstGeom prst="ellipse">
              <a:avLst/>
            </a:prstGeom>
            <a:solidFill>
              <a:srgbClr val="0A0A0A"/>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4" name="Oval 56"/>
            <p:cNvSpPr>
              <a:spLocks noChangeArrowheads="1"/>
            </p:cNvSpPr>
            <p:nvPr/>
          </p:nvSpPr>
          <p:spPr bwMode="auto">
            <a:xfrm>
              <a:off x="5879520" y="2059347"/>
              <a:ext cx="30595" cy="34001"/>
            </a:xfrm>
            <a:prstGeom prst="ellipse">
              <a:avLst/>
            </a:prstGeom>
            <a:solidFill>
              <a:srgbClr val="000000"/>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5" name="Oval 57"/>
            <p:cNvSpPr>
              <a:spLocks noChangeArrowheads="1"/>
            </p:cNvSpPr>
            <p:nvPr/>
          </p:nvSpPr>
          <p:spPr bwMode="auto">
            <a:xfrm>
              <a:off x="5886318" y="2069547"/>
              <a:ext cx="16998" cy="17002"/>
            </a:xfrm>
            <a:prstGeom prst="ellipse">
              <a:avLst/>
            </a:prstGeom>
            <a:solidFill>
              <a:srgbClr val="2C99B4"/>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6" name="Freeform 58"/>
            <p:cNvSpPr/>
            <p:nvPr/>
          </p:nvSpPr>
          <p:spPr bwMode="auto">
            <a:xfrm>
              <a:off x="5893117" y="2072948"/>
              <a:ext cx="3400" cy="6801"/>
            </a:xfrm>
            <a:custGeom>
              <a:avLst/>
              <a:gdLst>
                <a:gd name="T0" fmla="*/ 1 w 1"/>
                <a:gd name="T1" fmla="*/ 1 h 2"/>
                <a:gd name="T2" fmla="*/ 1 w 1"/>
                <a:gd name="T3" fmla="*/ 2 h 2"/>
                <a:gd name="T4" fmla="*/ 0 w 1"/>
                <a:gd name="T5" fmla="*/ 1 h 2"/>
                <a:gd name="T6" fmla="*/ 1 w 1"/>
                <a:gd name="T7" fmla="*/ 0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lnTo>
                    <a:pt x="1" y="2"/>
                  </a:lnTo>
                  <a:lnTo>
                    <a:pt x="0" y="1"/>
                  </a:lnTo>
                  <a:lnTo>
                    <a:pt x="1" y="0"/>
                  </a:lnTo>
                  <a:lnTo>
                    <a:pt x="1" y="1"/>
                  </a:lnTo>
                  <a:close/>
                </a:path>
              </a:pathLst>
            </a:custGeom>
            <a:solidFill>
              <a:srgbClr val="FFFFFF"/>
            </a:solidFill>
            <a:ln>
              <a:noFill/>
            </a:ln>
          </p:spPr>
          <p:txBody>
            <a:bodyPr vert="horz" wrap="square" lIns="91440" tIns="45720" rIns="91440" bIns="45720"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a:ln>
                  <a:noFill/>
                </a:ln>
                <a:solidFill>
                  <a:srgbClr val="7F7F7F"/>
                </a:solidFill>
                <a:effectLst/>
                <a:uLnTx/>
                <a:uFillTx/>
                <a:latin typeface="Roboto Light"/>
              </a:endParaRPr>
            </a:p>
          </p:txBody>
        </p:sp>
      </p:grpSp>
      <p:sp>
        <p:nvSpPr>
          <p:cNvPr id="3" name="矩形 2"/>
          <p:cNvSpPr>
            <a:spLocks noChangeAspect="1"/>
          </p:cNvSpPr>
          <p:nvPr userDrawn="1"/>
        </p:nvSpPr>
        <p:spPr>
          <a:xfrm>
            <a:off x="1469639" y="2349701"/>
            <a:ext cx="4592069" cy="25830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内容占位符 3"/>
          <p:cNvSpPr>
            <a:spLocks noGrp="1" noChangeAspect="1"/>
          </p:cNvSpPr>
          <p:nvPr>
            <p:ph sz="quarter" idx="11" hasCustomPrompt="1"/>
          </p:nvPr>
        </p:nvSpPr>
        <p:spPr>
          <a:xfrm>
            <a:off x="1468873" y="2345176"/>
            <a:ext cx="4593600" cy="259208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cSld>
  <p:clrMapOvr>
    <a:masterClrMapping/>
  </p:clrMapOvr>
  <p:transition spd="slow">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duotone>
              <a:schemeClr val="bg2">
                <a:shade val="45000"/>
                <a:satMod val="135000"/>
              </a:schemeClr>
              <a:prstClr val="white"/>
            </a:duotone>
          </a:blip>
          <a:srcRect r="27993"/>
          <a:stretch>
            <a:fillRect/>
          </a:stretch>
        </p:blipFill>
        <p:spPr>
          <a:xfrm>
            <a:off x="1" y="-5557"/>
            <a:ext cx="12192000" cy="6863557"/>
          </a:xfrm>
          <a:prstGeom prst="rect">
            <a:avLst/>
          </a:prstGeom>
        </p:spPr>
      </p:pic>
      <p:sp>
        <p:nvSpPr>
          <p:cNvPr id="4" name="矩形 3"/>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本</a:t>
            </a:r>
            <a:r>
              <a:rPr kumimoji="0" lang="en-US" altLang="zh-CN"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模板正参与</a:t>
            </a:r>
            <a:endParaRPr kumimoji="0" 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 name="矩形 7"/>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1" i="0" u="none" strike="noStrike" kern="1200" cap="none" spc="0" normalizeH="0" baseline="0" noProof="0">
              <a:ln>
                <a:noFill/>
              </a:ln>
              <a:solidFill>
                <a:srgbClr val="0E5177"/>
              </a:solidFill>
              <a:effectLst/>
              <a:uLnTx/>
              <a:uFillTx/>
              <a:latin typeface="Segoe UI" panose="020B0502040204020203"/>
              <a:ea typeface="微软雅黑" panose="020B0503020204020204" charset="-122"/>
              <a:cs typeface="+mn-cs"/>
            </a:endParaRPr>
          </a:p>
        </p:txBody>
      </p:sp>
      <p:sp>
        <p:nvSpPr>
          <p:cNvPr id="9" name="文本框 8"/>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 </a:t>
            </a:r>
            <a:r>
              <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模板设计大赛 </a:t>
            </a:r>
            <a:endParaRPr kumimoji="0" 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 name="文本框 10"/>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2" name="图片 11"/>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5" name="文本框 14"/>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6" name="矩形 15"/>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标注</a:t>
            </a:r>
            <a:endParaRPr kumimoji="0" lang="zh-CN" altLang="en-US" sz="18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6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使用说明 </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声明</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9144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拥有对本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rPr>
              <a:t>OfficePLUS</a:t>
            </a:r>
            <a:endParaRPr kumimoji="0" lang="zh-CN" altLang="en-US" sz="100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3"/>
          <a:stretch>
            <a:fillRect/>
          </a:stretch>
        </p:blipFill>
        <p:spPr>
          <a:xfrm>
            <a:off x="0" y="1"/>
            <a:ext cx="12192000" cy="6857999"/>
          </a:xfrm>
          <a:prstGeom prst="rect">
            <a:avLst/>
          </a:prstGeom>
        </p:spPr>
      </p:pic>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87D1D0-11BC-4610-B275-571C8521F02E}" type="datetimeFigureOut">
              <a:rPr lang="zh-CN" altLang="en-US" smtClean="0"/>
              <a:t>2026/5/12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67563A-2BCF-4CDB-AAE4-8FFF0BA89BF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1" r:id="rId1"/>
    <p:sldLayoutId id="214748367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a:xfrm>
            <a:off x="2074700" y="1982914"/>
            <a:ext cx="8042599" cy="833759"/>
          </a:xfrm>
        </p:spPr>
        <p:txBody>
          <a:bodyPr>
            <a:noAutofit/>
          </a:bodyPr>
          <a:lstStyle/>
          <a:p>
            <a:pPr marL="0" indent="0" algn="ctr" fontAlgn="auto">
              <a:lnSpc>
                <a:spcPct val="110000"/>
              </a:lnSpc>
            </a:pPr>
            <a:r>
              <a:rPr lang="zh-CN" altLang="en-US" sz="5400"/>
              <a:t>东方杯经验分享</a:t>
            </a:r>
            <a:endParaRPr lang="zh-CN" altLang="en-US" sz="5400" dirty="0"/>
          </a:p>
        </p:txBody>
      </p:sp>
      <p:sp>
        <p:nvSpPr>
          <p:cNvPr id="8" name="文本框 7"/>
          <p:cNvSpPr txBox="1"/>
          <p:nvPr/>
        </p:nvSpPr>
        <p:spPr>
          <a:xfrm>
            <a:off x="0" y="5042478"/>
            <a:ext cx="12192000" cy="876330"/>
          </a:xfrm>
          <a:prstGeom prst="rect">
            <a:avLst/>
          </a:prstGeom>
          <a:noFill/>
        </p:spPr>
        <p:txBody>
          <a:bodyPr wrap="square" rtlCol="0">
            <a:spAutoFit/>
          </a:bodyPr>
          <a:lstStyle/>
          <a:p>
            <a:pPr algn="ctr">
              <a:lnSpc>
                <a:spcPct val="150000"/>
              </a:lnSpc>
            </a:pPr>
            <a:r>
              <a:rPr lang="zh-CN" altLang="en-US" sz="2000" b="1">
                <a:latin typeface="微软雅黑" panose="020B0503020204020204" charset="-122"/>
                <a:ea typeface="微软雅黑" panose="020B0503020204020204" charset="-122"/>
              </a:rPr>
              <a:t>汇报人：王冬辰</a:t>
            </a:r>
            <a:r>
              <a:rPr lang="en-US" altLang="zh-CN" sz="2000" b="1">
                <a:latin typeface="微软雅黑" panose="020B0503020204020204" charset="-122"/>
                <a:ea typeface="微软雅黑" panose="020B0503020204020204" charset="-122"/>
              </a:rPr>
              <a:t>      </a:t>
            </a:r>
            <a:endParaRPr lang="zh-CN" altLang="en-US" sz="2000" b="1" dirty="0">
              <a:latin typeface="微软雅黑" panose="020B0503020204020204" charset="-122"/>
              <a:ea typeface="微软雅黑" panose="020B0503020204020204" charset="-122"/>
            </a:endParaRPr>
          </a:p>
          <a:p>
            <a:pPr algn="l">
              <a:lnSpc>
                <a:spcPct val="130000"/>
              </a:lnSpc>
            </a:pPr>
            <a:endParaRPr lang="zh-CN" altLang="en-US" dirty="0"/>
          </a:p>
        </p:txBody>
      </p:sp>
      <p:sp>
        <p:nvSpPr>
          <p:cNvPr id="6" name="文本框 5"/>
          <p:cNvSpPr txBox="1"/>
          <p:nvPr/>
        </p:nvSpPr>
        <p:spPr>
          <a:xfrm>
            <a:off x="9398635" y="6639560"/>
            <a:ext cx="4064000" cy="450850"/>
          </a:xfrm>
          <a:prstGeom prst="rect">
            <a:avLst/>
          </a:prstGeom>
          <a:noFill/>
        </p:spPr>
        <p:txBody>
          <a:bodyPr wrap="square" rtlCol="0">
            <a:spAutoFit/>
          </a:bodyPr>
          <a:lstStyle/>
          <a:p>
            <a:pPr algn="l">
              <a:lnSpc>
                <a:spcPct val="130000"/>
              </a:lnSpc>
            </a:pPr>
            <a:endParaRPr lang="zh-CN" altLang="en-US" dirty="0"/>
          </a:p>
        </p:txBody>
      </p:sp>
      <p:pic>
        <p:nvPicPr>
          <p:cNvPr id="2" name="图片 1">
            <a:extLst>
              <a:ext uri="{FF2B5EF4-FFF2-40B4-BE49-F238E27FC236}">
                <a16:creationId xmlns:a16="http://schemas.microsoft.com/office/drawing/2014/main" id="{4D1C5DB6-32A1-BA5C-4FF8-2BB88D35A7EF}"/>
              </a:ext>
            </a:extLst>
          </p:cNvPr>
          <p:cNvPicPr>
            <a:picLocks noChangeAspect="1"/>
          </p:cNvPicPr>
          <p:nvPr/>
        </p:nvPicPr>
        <p:blipFill>
          <a:blip r:embed="rId3"/>
          <a:stretch>
            <a:fillRect/>
          </a:stretch>
        </p:blipFill>
        <p:spPr>
          <a:xfrm>
            <a:off x="1964796" y="3091804"/>
            <a:ext cx="8100620" cy="135506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p:txBody>
          <a:bodyPr/>
          <a:lstStyle/>
          <a:p>
            <a:r>
              <a:rPr lang="en-US" altLang="zh-CN" dirty="0"/>
              <a:t>01</a:t>
            </a:r>
            <a:endParaRPr lang="zh-CN" altLang="en-US" dirty="0"/>
          </a:p>
        </p:txBody>
      </p:sp>
      <p:sp>
        <p:nvSpPr>
          <p:cNvPr id="4" name="标题 3"/>
          <p:cNvSpPr>
            <a:spLocks noGrp="1"/>
          </p:cNvSpPr>
          <p:nvPr>
            <p:ph type="title"/>
          </p:nvPr>
        </p:nvSpPr>
        <p:spPr>
          <a:xfrm>
            <a:off x="1842551" y="3689995"/>
            <a:ext cx="5096633" cy="552357"/>
          </a:xfrm>
        </p:spPr>
        <p:txBody>
          <a:bodyPr/>
          <a:lstStyle/>
          <a:p>
            <a:r>
              <a:rPr lang="zh-CN" altLang="en-US"/>
              <a:t>赛事介绍</a:t>
            </a:r>
            <a:endParaRPr lang="zh-CN" altLang="en-US" dirty="0"/>
          </a:p>
        </p:txBody>
      </p:sp>
      <p:sp>
        <p:nvSpPr>
          <p:cNvPr id="7" name="矩形 6"/>
          <p:cNvSpPr/>
          <p:nvPr/>
        </p:nvSpPr>
        <p:spPr>
          <a:xfrm>
            <a:off x="67310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5031"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07696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27889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48082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赛事介绍</a:t>
            </a:r>
            <a:endParaRPr lang="zh-CN" altLang="en-US" dirty="0"/>
          </a:p>
        </p:txBody>
      </p:sp>
      <p:grpSp>
        <p:nvGrpSpPr>
          <p:cNvPr id="5" name="组合 4">
            <a:extLst>
              <a:ext uri="{FF2B5EF4-FFF2-40B4-BE49-F238E27FC236}">
                <a16:creationId xmlns:a16="http://schemas.microsoft.com/office/drawing/2014/main" id="{58209BC3-445B-4DA2-DDE9-7C6C094883CC}"/>
              </a:ext>
            </a:extLst>
          </p:cNvPr>
          <p:cNvGrpSpPr/>
          <p:nvPr/>
        </p:nvGrpSpPr>
        <p:grpSpPr>
          <a:xfrm>
            <a:off x="2098309" y="3628724"/>
            <a:ext cx="7709835" cy="2553951"/>
            <a:chOff x="0" y="3031958"/>
            <a:chExt cx="11631648" cy="3429849"/>
          </a:xfrm>
        </p:grpSpPr>
        <p:pic>
          <p:nvPicPr>
            <p:cNvPr id="3" name="图片 2">
              <a:extLst>
                <a:ext uri="{FF2B5EF4-FFF2-40B4-BE49-F238E27FC236}">
                  <a16:creationId xmlns:a16="http://schemas.microsoft.com/office/drawing/2014/main" id="{A018EBA7-709E-04D2-52E5-C76D70286272}"/>
                </a:ext>
              </a:extLst>
            </p:cNvPr>
            <p:cNvPicPr>
              <a:picLocks noChangeAspect="1"/>
            </p:cNvPicPr>
            <p:nvPr/>
          </p:nvPicPr>
          <p:blipFill>
            <a:blip r:embed="rId3"/>
            <a:srcRect t="3215"/>
            <a:stretch>
              <a:fillRect/>
            </a:stretch>
          </p:blipFill>
          <p:spPr>
            <a:xfrm>
              <a:off x="0" y="3031958"/>
              <a:ext cx="11631648" cy="3429849"/>
            </a:xfrm>
            <a:prstGeom prst="rect">
              <a:avLst/>
            </a:prstGeom>
          </p:spPr>
        </p:pic>
        <p:sp>
          <p:nvSpPr>
            <p:cNvPr id="4" name="矩形 3">
              <a:extLst>
                <a:ext uri="{FF2B5EF4-FFF2-40B4-BE49-F238E27FC236}">
                  <a16:creationId xmlns:a16="http://schemas.microsoft.com/office/drawing/2014/main" id="{150E10D7-EE08-4D1D-6945-20FEE97D5100}"/>
                </a:ext>
              </a:extLst>
            </p:cNvPr>
            <p:cNvSpPr/>
            <p:nvPr/>
          </p:nvSpPr>
          <p:spPr>
            <a:xfrm>
              <a:off x="125128" y="5197642"/>
              <a:ext cx="4697129" cy="317634"/>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a:extLst>
              <a:ext uri="{FF2B5EF4-FFF2-40B4-BE49-F238E27FC236}">
                <a16:creationId xmlns:a16="http://schemas.microsoft.com/office/drawing/2014/main" id="{D0601215-9076-4B6B-DF3F-93BD4FFE542E}"/>
              </a:ext>
            </a:extLst>
          </p:cNvPr>
          <p:cNvSpPr txBox="1"/>
          <p:nvPr/>
        </p:nvSpPr>
        <p:spPr>
          <a:xfrm>
            <a:off x="179468" y="2071503"/>
            <a:ext cx="5364683" cy="1289905"/>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zh-CN" altLang="en-US" b="1" i="0">
                <a:effectLst/>
                <a:latin typeface="微软雅黑" panose="020B0503020204020204" pitchFamily="34" charset="-122"/>
                <a:ea typeface="微软雅黑" panose="020B0503020204020204" pitchFamily="34" charset="-122"/>
              </a:rPr>
              <a:t>全国性勘探地球物理赛事</a:t>
            </a:r>
            <a:endParaRPr lang="en-US" altLang="zh-CN" b="1" i="0">
              <a:effectLst/>
              <a:latin typeface="微软雅黑" panose="020B0503020204020204" pitchFamily="34" charset="-122"/>
              <a:ea typeface="微软雅黑" panose="020B0503020204020204" pitchFamily="34" charset="-122"/>
            </a:endParaRPr>
          </a:p>
          <a:p>
            <a:pPr marL="285750" indent="-285750" algn="l">
              <a:lnSpc>
                <a:spcPct val="150000"/>
              </a:lnSpc>
              <a:buFont typeface="Arial" panose="020B0604020202020204" pitchFamily="34" charset="0"/>
              <a:buChar char="•"/>
            </a:pPr>
            <a:r>
              <a:rPr lang="zh-CN" altLang="en-US" b="1" i="0">
                <a:effectLst/>
                <a:latin typeface="微软雅黑" panose="020B0503020204020204" pitchFamily="34" charset="-122"/>
                <a:ea typeface="微软雅黑" panose="020B0503020204020204" pitchFamily="34" charset="-122"/>
              </a:rPr>
              <a:t>由高校、企业、学会共同支持</a:t>
            </a:r>
            <a:endParaRPr lang="en-US" altLang="zh-CN" b="1" i="0">
              <a:effectLst/>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b="1">
                <a:latin typeface="微软雅黑" panose="020B0503020204020204" pitchFamily="34" charset="-122"/>
                <a:ea typeface="微软雅黑" panose="020B0503020204020204" pitchFamily="34" charset="-122"/>
              </a:rPr>
              <a:t>面向地球物理、软件开发、人工智能等方向学生</a:t>
            </a:r>
            <a:endParaRPr lang="en-US" altLang="zh-CN" b="1">
              <a:latin typeface="微软雅黑" panose="020B0503020204020204" pitchFamily="34" charset="-122"/>
              <a:ea typeface="微软雅黑" panose="020B0503020204020204" pitchFamily="34" charset="-122"/>
            </a:endParaRPr>
          </a:p>
        </p:txBody>
      </p:sp>
      <p:sp>
        <p:nvSpPr>
          <p:cNvPr id="7" name="标题 1">
            <a:extLst>
              <a:ext uri="{FF2B5EF4-FFF2-40B4-BE49-F238E27FC236}">
                <a16:creationId xmlns:a16="http://schemas.microsoft.com/office/drawing/2014/main" id="{5AFEDBAF-D37D-1CAF-6311-FF3615894685}"/>
              </a:ext>
            </a:extLst>
          </p:cNvPr>
          <p:cNvSpPr txBox="1">
            <a:spLocks/>
          </p:cNvSpPr>
          <p:nvPr/>
        </p:nvSpPr>
        <p:spPr>
          <a:xfrm>
            <a:off x="0" y="1313937"/>
            <a:ext cx="5861785" cy="34187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600" b="1" kern="1200">
                <a:solidFill>
                  <a:schemeClr val="accent1"/>
                </a:solidFill>
                <a:latin typeface="+mj-lt"/>
                <a:ea typeface="+mj-ea"/>
                <a:cs typeface="+mj-cs"/>
              </a:defRPr>
            </a:lvl1pPr>
          </a:lstStyle>
          <a:p>
            <a:r>
              <a:rPr lang="zh-CN" altLang="en-US" sz="2400"/>
              <a:t>“东方杯”全国大学生勘探地球物理大赛</a:t>
            </a:r>
            <a:endParaRPr lang="zh-CN" altLang="en-US" sz="2400" dirty="0"/>
          </a:p>
        </p:txBody>
      </p:sp>
      <p:sp>
        <p:nvSpPr>
          <p:cNvPr id="9" name="标题 1">
            <a:extLst>
              <a:ext uri="{FF2B5EF4-FFF2-40B4-BE49-F238E27FC236}">
                <a16:creationId xmlns:a16="http://schemas.microsoft.com/office/drawing/2014/main" id="{EEFE1730-11DA-389E-F1E2-B8E830CF6D2D}"/>
              </a:ext>
            </a:extLst>
          </p:cNvPr>
          <p:cNvSpPr txBox="1">
            <a:spLocks/>
          </p:cNvSpPr>
          <p:nvPr/>
        </p:nvSpPr>
        <p:spPr>
          <a:xfrm>
            <a:off x="7324826" y="1321958"/>
            <a:ext cx="3070458" cy="34187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600" b="1" kern="1200">
                <a:solidFill>
                  <a:schemeClr val="accent1"/>
                </a:solidFill>
                <a:latin typeface="+mj-lt"/>
                <a:ea typeface="+mj-ea"/>
                <a:cs typeface="+mj-cs"/>
              </a:defRPr>
            </a:lvl1pPr>
          </a:lstStyle>
          <a:p>
            <a:r>
              <a:rPr lang="zh-CN" altLang="en-US" sz="2400">
                <a:solidFill>
                  <a:srgbClr val="FF0000"/>
                </a:solidFill>
              </a:rPr>
              <a:t>为什么值得参加？</a:t>
            </a:r>
            <a:endParaRPr lang="zh-CN" altLang="en-US" sz="2400" dirty="0">
              <a:solidFill>
                <a:srgbClr val="FF0000"/>
              </a:solidFill>
            </a:endParaRPr>
          </a:p>
        </p:txBody>
      </p:sp>
      <p:sp>
        <p:nvSpPr>
          <p:cNvPr id="11" name="文本框 10">
            <a:extLst>
              <a:ext uri="{FF2B5EF4-FFF2-40B4-BE49-F238E27FC236}">
                <a16:creationId xmlns:a16="http://schemas.microsoft.com/office/drawing/2014/main" id="{2F82ADDE-680A-8795-FDDF-FC395CD126F5}"/>
              </a:ext>
            </a:extLst>
          </p:cNvPr>
          <p:cNvSpPr txBox="1"/>
          <p:nvPr/>
        </p:nvSpPr>
        <p:spPr>
          <a:xfrm>
            <a:off x="7079179" y="2118026"/>
            <a:ext cx="5364683" cy="1289905"/>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zh-CN" altLang="en-US" b="1" i="0">
                <a:effectLst/>
                <a:latin typeface="微软雅黑" panose="020B0503020204020204" pitchFamily="34" charset="-122"/>
                <a:ea typeface="微软雅黑" panose="020B0503020204020204" pitchFamily="34" charset="-122"/>
              </a:rPr>
              <a:t>学校认可的国家级竞赛</a:t>
            </a:r>
            <a:endParaRPr lang="en-US" altLang="zh-CN" b="1" i="0">
              <a:effectLst/>
              <a:latin typeface="微软雅黑" panose="020B0503020204020204" pitchFamily="34" charset="-122"/>
              <a:ea typeface="微软雅黑" panose="020B0503020204020204" pitchFamily="34" charset="-122"/>
            </a:endParaRPr>
          </a:p>
          <a:p>
            <a:pPr marL="285750" indent="-285750" algn="l">
              <a:lnSpc>
                <a:spcPct val="150000"/>
              </a:lnSpc>
              <a:buFont typeface="Arial" panose="020B0604020202020204" pitchFamily="34" charset="0"/>
              <a:buChar char="•"/>
            </a:pPr>
            <a:r>
              <a:rPr lang="zh-CN" altLang="en-US" b="1" i="0">
                <a:effectLst/>
                <a:latin typeface="微软雅黑" panose="020B0503020204020204" pitchFamily="34" charset="-122"/>
                <a:ea typeface="微软雅黑" panose="020B0503020204020204" pitchFamily="34" charset="-122"/>
              </a:rPr>
              <a:t>对保研、评奖、就业有所帮助</a:t>
            </a:r>
            <a:endParaRPr lang="en-US" altLang="zh-CN" b="1" i="0">
              <a:effectLst/>
              <a:latin typeface="微软雅黑" panose="020B0503020204020204" pitchFamily="34" charset="-122"/>
              <a:ea typeface="微软雅黑" panose="020B0503020204020204" pitchFamily="34" charset="-122"/>
            </a:endParaRPr>
          </a:p>
          <a:p>
            <a:pPr marL="285750" indent="-285750" algn="l">
              <a:lnSpc>
                <a:spcPct val="150000"/>
              </a:lnSpc>
              <a:buFont typeface="Arial" panose="020B0604020202020204" pitchFamily="34" charset="0"/>
              <a:buChar char="•"/>
            </a:pPr>
            <a:r>
              <a:rPr lang="zh-CN" altLang="en-US" b="1">
                <a:latin typeface="微软雅黑" panose="020B0503020204020204" pitchFamily="34" charset="-122"/>
                <a:ea typeface="微软雅黑" panose="020B0503020204020204" pitchFamily="34" charset="-122"/>
              </a:rPr>
              <a:t>能够积累真实地震资料处理与软件开发经验</a:t>
            </a:r>
            <a:endParaRPr lang="en-US" altLang="zh-CN" b="1">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p:txBody>
          <a:bodyPr/>
          <a:lstStyle/>
          <a:p>
            <a:r>
              <a:rPr lang="en-US" altLang="zh-CN" dirty="0"/>
              <a:t>02</a:t>
            </a:r>
            <a:endParaRPr lang="zh-CN" altLang="en-US" dirty="0"/>
          </a:p>
        </p:txBody>
      </p:sp>
      <p:sp>
        <p:nvSpPr>
          <p:cNvPr id="4" name="标题 3"/>
          <p:cNvSpPr>
            <a:spLocks noGrp="1"/>
          </p:cNvSpPr>
          <p:nvPr>
            <p:ph type="title"/>
          </p:nvPr>
        </p:nvSpPr>
        <p:spPr>
          <a:xfrm>
            <a:off x="1842551" y="3689995"/>
            <a:ext cx="5096633" cy="552357"/>
          </a:xfrm>
        </p:spPr>
        <p:txBody>
          <a:bodyPr/>
          <a:lstStyle/>
          <a:p>
            <a:r>
              <a:rPr lang="zh-CN" altLang="en-US"/>
              <a:t>赛题解析</a:t>
            </a:r>
            <a:endParaRPr lang="zh-CN" altLang="en-US" dirty="0"/>
          </a:p>
        </p:txBody>
      </p:sp>
      <p:sp>
        <p:nvSpPr>
          <p:cNvPr id="9" name="矩形 8"/>
          <p:cNvSpPr/>
          <p:nvPr/>
        </p:nvSpPr>
        <p:spPr>
          <a:xfrm>
            <a:off x="107696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27889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48082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DE7D6497-BA4A-BCB6-2459-F8056B48FCCC}"/>
              </a:ext>
            </a:extLst>
          </p:cNvPr>
          <p:cNvSpPr/>
          <p:nvPr/>
        </p:nvSpPr>
        <p:spPr>
          <a:xfrm>
            <a:off x="87503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6DCDBE86-3757-C757-3C57-DCA642CE1BBC}"/>
              </a:ext>
            </a:extLst>
          </p:cNvPr>
          <p:cNvSpPr/>
          <p:nvPr/>
        </p:nvSpPr>
        <p:spPr>
          <a:xfrm>
            <a:off x="6731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2857" y="632145"/>
            <a:ext cx="7315200" cy="341874"/>
          </a:xfrm>
        </p:spPr>
        <p:txBody>
          <a:bodyPr/>
          <a:lstStyle/>
          <a:p>
            <a:r>
              <a:rPr lang="zh-CN" altLang="en-US"/>
              <a:t>赛题解析</a:t>
            </a:r>
            <a:endParaRPr lang="zh-CN" altLang="en-US" dirty="0"/>
          </a:p>
        </p:txBody>
      </p:sp>
      <p:pic>
        <p:nvPicPr>
          <p:cNvPr id="3" name="图片 2">
            <a:extLst>
              <a:ext uri="{FF2B5EF4-FFF2-40B4-BE49-F238E27FC236}">
                <a16:creationId xmlns:a16="http://schemas.microsoft.com/office/drawing/2014/main" id="{09185A24-810F-A694-D730-EA13F2C0ED47}"/>
              </a:ext>
            </a:extLst>
          </p:cNvPr>
          <p:cNvPicPr>
            <a:picLocks noChangeAspect="1"/>
          </p:cNvPicPr>
          <p:nvPr/>
        </p:nvPicPr>
        <p:blipFill>
          <a:blip r:embed="rId3"/>
          <a:stretch>
            <a:fillRect/>
          </a:stretch>
        </p:blipFill>
        <p:spPr>
          <a:xfrm>
            <a:off x="0" y="1385573"/>
            <a:ext cx="12192000" cy="374034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61EFF-29D9-A82A-2524-899CD8D1015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4A35933-37CB-B681-B93D-A3E7ED2E75DB}"/>
              </a:ext>
            </a:extLst>
          </p:cNvPr>
          <p:cNvSpPr>
            <a:spLocks noGrp="1"/>
          </p:cNvSpPr>
          <p:nvPr>
            <p:ph type="title"/>
          </p:nvPr>
        </p:nvSpPr>
        <p:spPr>
          <a:xfrm>
            <a:off x="782857" y="632145"/>
            <a:ext cx="7315200" cy="341874"/>
          </a:xfrm>
        </p:spPr>
        <p:txBody>
          <a:bodyPr/>
          <a:lstStyle/>
          <a:p>
            <a:r>
              <a:rPr lang="zh-CN" altLang="en-US"/>
              <a:t>赛题解析</a:t>
            </a:r>
            <a:endParaRPr lang="zh-CN" altLang="en-US" dirty="0"/>
          </a:p>
        </p:txBody>
      </p:sp>
      <p:pic>
        <p:nvPicPr>
          <p:cNvPr id="4" name="图片 3">
            <a:extLst>
              <a:ext uri="{FF2B5EF4-FFF2-40B4-BE49-F238E27FC236}">
                <a16:creationId xmlns:a16="http://schemas.microsoft.com/office/drawing/2014/main" id="{38E50F6F-64FD-6A2D-7958-0006CC6E58E7}"/>
              </a:ext>
            </a:extLst>
          </p:cNvPr>
          <p:cNvPicPr>
            <a:picLocks noChangeAspect="1"/>
          </p:cNvPicPr>
          <p:nvPr/>
        </p:nvPicPr>
        <p:blipFill>
          <a:blip r:embed="rId3"/>
          <a:srcRect l="2399" t="4401" r="4053" b="1886"/>
          <a:stretch>
            <a:fillRect/>
          </a:stretch>
        </p:blipFill>
        <p:spPr>
          <a:xfrm>
            <a:off x="0" y="1032552"/>
            <a:ext cx="8083685" cy="5446069"/>
          </a:xfrm>
          <a:prstGeom prst="rect">
            <a:avLst/>
          </a:prstGeom>
        </p:spPr>
      </p:pic>
      <p:grpSp>
        <p:nvGrpSpPr>
          <p:cNvPr id="14" name="组合 13">
            <a:extLst>
              <a:ext uri="{FF2B5EF4-FFF2-40B4-BE49-F238E27FC236}">
                <a16:creationId xmlns:a16="http://schemas.microsoft.com/office/drawing/2014/main" id="{2BFEECCC-4407-B585-7C7E-04B5CDDCA47A}"/>
              </a:ext>
            </a:extLst>
          </p:cNvPr>
          <p:cNvGrpSpPr/>
          <p:nvPr/>
        </p:nvGrpSpPr>
        <p:grpSpPr>
          <a:xfrm>
            <a:off x="8726130" y="1130710"/>
            <a:ext cx="2482645" cy="2625213"/>
            <a:chOff x="8716297" y="1317523"/>
            <a:chExt cx="2482645" cy="2625213"/>
          </a:xfrm>
        </p:grpSpPr>
        <p:cxnSp>
          <p:nvCxnSpPr>
            <p:cNvPr id="9" name="直接箭头连接符 8">
              <a:extLst>
                <a:ext uri="{FF2B5EF4-FFF2-40B4-BE49-F238E27FC236}">
                  <a16:creationId xmlns:a16="http://schemas.microsoft.com/office/drawing/2014/main" id="{EC3A38C2-5D1A-6AD3-2BD8-0CF2C1846886}"/>
                </a:ext>
              </a:extLst>
            </p:cNvPr>
            <p:cNvCxnSpPr>
              <a:cxnSpLocks/>
            </p:cNvCxnSpPr>
            <p:nvPr/>
          </p:nvCxnSpPr>
          <p:spPr>
            <a:xfrm>
              <a:off x="9925641" y="1829684"/>
              <a:ext cx="4940" cy="5398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D58D5E38-919F-5B2E-7125-D6AE282B31C5}"/>
                </a:ext>
              </a:extLst>
            </p:cNvPr>
            <p:cNvSpPr/>
            <p:nvPr/>
          </p:nvSpPr>
          <p:spPr>
            <a:xfrm>
              <a:off x="8721213" y="1317523"/>
              <a:ext cx="2477729" cy="511277"/>
            </a:xfrm>
            <a:prstGeom prst="rect">
              <a:avLst/>
            </a:prstGeom>
            <a:solidFill>
              <a:srgbClr val="B1D5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a:ln w="0"/>
                  <a:solidFill>
                    <a:schemeClr val="tx1"/>
                  </a:solidFill>
                  <a:effectLst>
                    <a:outerShdw blurRad="38100" dist="19050" dir="2700000" algn="tl" rotWithShape="0">
                      <a:schemeClr val="dk1">
                        <a:alpha val="40000"/>
                      </a:schemeClr>
                    </a:outerShdw>
                  </a:effectLst>
                </a:rPr>
                <a:t>平面断层数据</a:t>
              </a:r>
            </a:p>
          </p:txBody>
        </p:sp>
        <p:sp>
          <p:nvSpPr>
            <p:cNvPr id="11" name="矩形 10">
              <a:extLst>
                <a:ext uri="{FF2B5EF4-FFF2-40B4-BE49-F238E27FC236}">
                  <a16:creationId xmlns:a16="http://schemas.microsoft.com/office/drawing/2014/main" id="{213213B3-ED03-A64C-2542-84690B369B87}"/>
                </a:ext>
              </a:extLst>
            </p:cNvPr>
            <p:cNvSpPr/>
            <p:nvPr/>
          </p:nvSpPr>
          <p:spPr>
            <a:xfrm>
              <a:off x="8716297" y="2354826"/>
              <a:ext cx="2477729" cy="51127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a:ln w="0"/>
                  <a:solidFill>
                    <a:schemeClr val="tx1"/>
                  </a:solidFill>
                  <a:effectLst>
                    <a:outerShdw blurRad="38100" dist="19050" dir="2700000" algn="tl" rotWithShape="0">
                      <a:schemeClr val="dk1">
                        <a:alpha val="40000"/>
                      </a:schemeClr>
                    </a:outerShdw>
                  </a:effectLst>
                </a:rPr>
                <a:t>自动追踪算法</a:t>
              </a:r>
            </a:p>
          </p:txBody>
        </p:sp>
        <p:sp>
          <p:nvSpPr>
            <p:cNvPr id="12" name="矩形 11">
              <a:extLst>
                <a:ext uri="{FF2B5EF4-FFF2-40B4-BE49-F238E27FC236}">
                  <a16:creationId xmlns:a16="http://schemas.microsoft.com/office/drawing/2014/main" id="{93576320-DF7A-56F1-7F9B-479953434CA4}"/>
                </a:ext>
              </a:extLst>
            </p:cNvPr>
            <p:cNvSpPr/>
            <p:nvPr/>
          </p:nvSpPr>
          <p:spPr>
            <a:xfrm>
              <a:off x="8721213" y="3431459"/>
              <a:ext cx="2477729" cy="511277"/>
            </a:xfrm>
            <a:prstGeom prst="rect">
              <a:avLst/>
            </a:prstGeom>
            <a:solidFill>
              <a:srgbClr val="B1D5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a:ln w="0"/>
                  <a:solidFill>
                    <a:schemeClr val="tx1"/>
                  </a:solidFill>
                  <a:effectLst>
                    <a:outerShdw blurRad="38100" dist="19050" dir="2700000" algn="tl" rotWithShape="0">
                      <a:schemeClr val="dk1">
                        <a:alpha val="40000"/>
                      </a:schemeClr>
                    </a:outerShdw>
                  </a:effectLst>
                </a:rPr>
                <a:t>断层多边形结果</a:t>
              </a:r>
            </a:p>
          </p:txBody>
        </p:sp>
        <p:cxnSp>
          <p:nvCxnSpPr>
            <p:cNvPr id="13" name="直接箭头连接符 12">
              <a:extLst>
                <a:ext uri="{FF2B5EF4-FFF2-40B4-BE49-F238E27FC236}">
                  <a16:creationId xmlns:a16="http://schemas.microsoft.com/office/drawing/2014/main" id="{5A741427-CCE4-E8F5-CC5A-83A950FD5A19}"/>
                </a:ext>
              </a:extLst>
            </p:cNvPr>
            <p:cNvCxnSpPr>
              <a:cxnSpLocks/>
            </p:cNvCxnSpPr>
            <p:nvPr/>
          </p:nvCxnSpPr>
          <p:spPr>
            <a:xfrm>
              <a:off x="9940389" y="2876819"/>
              <a:ext cx="4940" cy="5398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5" name="文本框 14">
            <a:extLst>
              <a:ext uri="{FF2B5EF4-FFF2-40B4-BE49-F238E27FC236}">
                <a16:creationId xmlns:a16="http://schemas.microsoft.com/office/drawing/2014/main" id="{6B78B028-A0A9-8861-7CB1-00BA8A5BB626}"/>
              </a:ext>
            </a:extLst>
          </p:cNvPr>
          <p:cNvSpPr txBox="1"/>
          <p:nvPr/>
        </p:nvSpPr>
        <p:spPr>
          <a:xfrm>
            <a:off x="8229600" y="4493342"/>
            <a:ext cx="3647767" cy="1138453"/>
          </a:xfrm>
          <a:prstGeom prst="rect">
            <a:avLst/>
          </a:prstGeom>
          <a:noFill/>
        </p:spPr>
        <p:txBody>
          <a:bodyPr wrap="square" rtlCol="0">
            <a:spAutoFit/>
          </a:bodyPr>
          <a:lstStyle/>
          <a:p>
            <a:pPr algn="l">
              <a:lnSpc>
                <a:spcPct val="130000"/>
              </a:lnSpc>
            </a:pPr>
            <a:r>
              <a:rPr lang="zh-CN" altLang="en-US" b="1"/>
              <a:t>核心任务：从断层属性数据中自动识别断层主体，并生成结构连续、边界合理的断层多边形。</a:t>
            </a:r>
            <a:endParaRPr lang="zh-CN" altLang="en-US" b="1" dirty="0"/>
          </a:p>
        </p:txBody>
      </p:sp>
    </p:spTree>
    <p:extLst>
      <p:ext uri="{BB962C8B-B14F-4D97-AF65-F5344CB8AC3E}">
        <p14:creationId xmlns:p14="http://schemas.microsoft.com/office/powerpoint/2010/main" val="2184691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90161-3938-8C0D-0B4A-8ED1E458E7C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9AA85DE-F8A2-6A04-8EA7-51BE37A92F8B}"/>
              </a:ext>
            </a:extLst>
          </p:cNvPr>
          <p:cNvSpPr>
            <a:spLocks noGrp="1"/>
          </p:cNvSpPr>
          <p:nvPr>
            <p:ph type="title"/>
          </p:nvPr>
        </p:nvSpPr>
        <p:spPr>
          <a:xfrm>
            <a:off x="782857" y="632145"/>
            <a:ext cx="7315200" cy="341874"/>
          </a:xfrm>
        </p:spPr>
        <p:txBody>
          <a:bodyPr/>
          <a:lstStyle/>
          <a:p>
            <a:r>
              <a:rPr lang="zh-CN" altLang="en-US"/>
              <a:t>赛题解析</a:t>
            </a:r>
            <a:endParaRPr lang="zh-CN" altLang="en-US" dirty="0"/>
          </a:p>
        </p:txBody>
      </p:sp>
      <p:pic>
        <p:nvPicPr>
          <p:cNvPr id="6" name="图片 5">
            <a:extLst>
              <a:ext uri="{FF2B5EF4-FFF2-40B4-BE49-F238E27FC236}">
                <a16:creationId xmlns:a16="http://schemas.microsoft.com/office/drawing/2014/main" id="{BCC927EA-95CF-AB35-58D3-B290EC84FF46}"/>
              </a:ext>
            </a:extLst>
          </p:cNvPr>
          <p:cNvPicPr>
            <a:picLocks noChangeAspect="1"/>
          </p:cNvPicPr>
          <p:nvPr/>
        </p:nvPicPr>
        <p:blipFill>
          <a:blip r:embed="rId3"/>
          <a:srcRect l="2237" t="3059" r="1591"/>
          <a:stretch>
            <a:fillRect/>
          </a:stretch>
        </p:blipFill>
        <p:spPr>
          <a:xfrm>
            <a:off x="0" y="1556425"/>
            <a:ext cx="6536987" cy="4594619"/>
          </a:xfrm>
          <a:prstGeom prst="rect">
            <a:avLst/>
          </a:prstGeom>
        </p:spPr>
      </p:pic>
      <p:sp>
        <p:nvSpPr>
          <p:cNvPr id="5" name="标题 1">
            <a:extLst>
              <a:ext uri="{FF2B5EF4-FFF2-40B4-BE49-F238E27FC236}">
                <a16:creationId xmlns:a16="http://schemas.microsoft.com/office/drawing/2014/main" id="{15485F96-4168-C06C-8E92-F537014E855D}"/>
              </a:ext>
            </a:extLst>
          </p:cNvPr>
          <p:cNvSpPr txBox="1">
            <a:spLocks/>
          </p:cNvSpPr>
          <p:nvPr/>
        </p:nvSpPr>
        <p:spPr>
          <a:xfrm>
            <a:off x="6752398" y="1105558"/>
            <a:ext cx="2031679" cy="34187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600" b="1" kern="1200">
                <a:solidFill>
                  <a:schemeClr val="accent1"/>
                </a:solidFill>
                <a:latin typeface="+mj-lt"/>
                <a:ea typeface="+mj-ea"/>
                <a:cs typeface="+mj-cs"/>
              </a:defRPr>
            </a:lvl1pPr>
          </a:lstStyle>
          <a:p>
            <a:r>
              <a:rPr lang="zh-CN" altLang="en-US" sz="2400">
                <a:solidFill>
                  <a:srgbClr val="0070C0"/>
                </a:solidFill>
              </a:rPr>
              <a:t>题目要求拆解</a:t>
            </a:r>
            <a:endParaRPr lang="zh-CN" altLang="en-US" sz="2400" dirty="0">
              <a:solidFill>
                <a:srgbClr val="0070C0"/>
              </a:solidFill>
            </a:endParaRPr>
          </a:p>
        </p:txBody>
      </p:sp>
      <p:sp>
        <p:nvSpPr>
          <p:cNvPr id="7" name="标题 1">
            <a:extLst>
              <a:ext uri="{FF2B5EF4-FFF2-40B4-BE49-F238E27FC236}">
                <a16:creationId xmlns:a16="http://schemas.microsoft.com/office/drawing/2014/main" id="{FFAFF9D4-B0E2-6E85-ED98-055CBEA40D12}"/>
              </a:ext>
            </a:extLst>
          </p:cNvPr>
          <p:cNvSpPr txBox="1">
            <a:spLocks/>
          </p:cNvSpPr>
          <p:nvPr/>
        </p:nvSpPr>
        <p:spPr>
          <a:xfrm>
            <a:off x="105164" y="1160682"/>
            <a:ext cx="2031679" cy="34187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600" b="1" kern="1200">
                <a:solidFill>
                  <a:schemeClr val="accent1"/>
                </a:solidFill>
                <a:latin typeface="+mj-lt"/>
                <a:ea typeface="+mj-ea"/>
                <a:cs typeface="+mj-cs"/>
              </a:defRPr>
            </a:lvl1pPr>
          </a:lstStyle>
          <a:p>
            <a:r>
              <a:rPr lang="zh-CN" altLang="en-US" sz="2400">
                <a:solidFill>
                  <a:srgbClr val="0070C0"/>
                </a:solidFill>
              </a:rPr>
              <a:t>官方文档需求</a:t>
            </a:r>
            <a:endParaRPr lang="zh-CN" altLang="en-US" sz="2400" dirty="0">
              <a:solidFill>
                <a:srgbClr val="0070C0"/>
              </a:solidFill>
            </a:endParaRPr>
          </a:p>
        </p:txBody>
      </p:sp>
      <p:sp>
        <p:nvSpPr>
          <p:cNvPr id="8" name="文本框 7">
            <a:extLst>
              <a:ext uri="{FF2B5EF4-FFF2-40B4-BE49-F238E27FC236}">
                <a16:creationId xmlns:a16="http://schemas.microsoft.com/office/drawing/2014/main" id="{325AE6E1-D768-215A-AE69-5686495C67D4}"/>
              </a:ext>
            </a:extLst>
          </p:cNvPr>
          <p:cNvSpPr txBox="1"/>
          <p:nvPr/>
        </p:nvSpPr>
        <p:spPr>
          <a:xfrm>
            <a:off x="6656392" y="1606748"/>
            <a:ext cx="5364683" cy="3782895"/>
          </a:xfrm>
          <a:prstGeom prst="rect">
            <a:avLst/>
          </a:prstGeom>
          <a:noFill/>
        </p:spPr>
        <p:txBody>
          <a:bodyPr wrap="square">
            <a:spAutoFit/>
          </a:bodyPr>
          <a:lstStyle/>
          <a:p>
            <a:pPr algn="l">
              <a:lnSpc>
                <a:spcPct val="150000"/>
              </a:lnSpc>
            </a:pPr>
            <a:r>
              <a:rPr lang="en-US" altLang="zh-CN" b="1">
                <a:latin typeface="微软雅黑" panose="020B0503020204020204" pitchFamily="34" charset="-122"/>
                <a:ea typeface="微软雅黑" panose="020B0503020204020204" pitchFamily="34" charset="-122"/>
              </a:rPr>
              <a:t>1</a:t>
            </a:r>
            <a:r>
              <a:rPr lang="zh-CN" altLang="en-US" b="1">
                <a:latin typeface="微软雅黑" panose="020B0503020204020204" pitchFamily="34" charset="-122"/>
                <a:ea typeface="微软雅黑" panose="020B0503020204020204" pitchFamily="34" charset="-122"/>
              </a:rPr>
              <a:t>、</a:t>
            </a:r>
            <a:r>
              <a:rPr lang="zh-CN" altLang="en-US" b="1" i="0">
                <a:effectLst/>
                <a:latin typeface="微软雅黑" panose="020B0503020204020204" pitchFamily="34" charset="-122"/>
                <a:ea typeface="微软雅黑" panose="020B0503020204020204" pitchFamily="34" charset="-122"/>
              </a:rPr>
              <a:t>断层响应提取：</a:t>
            </a:r>
            <a:endParaRPr lang="en-US" altLang="zh-CN" b="1" i="0">
              <a:effectLst/>
              <a:latin typeface="微软雅黑" panose="020B0503020204020204" pitchFamily="34" charset="-122"/>
              <a:ea typeface="微软雅黑" panose="020B0503020204020204" pitchFamily="34" charset="-122"/>
            </a:endParaRPr>
          </a:p>
          <a:p>
            <a:pPr algn="l">
              <a:lnSpc>
                <a:spcPct val="150000"/>
              </a:lnSpc>
            </a:pPr>
            <a:r>
              <a:rPr lang="zh-CN" altLang="en-US" b="1" i="0">
                <a:effectLst/>
                <a:latin typeface="微软雅黑" panose="020B0503020204020204" pitchFamily="34" charset="-122"/>
                <a:ea typeface="微软雅黑" panose="020B0503020204020204" pitchFamily="34" charset="-122"/>
              </a:rPr>
              <a:t>从属性图中筛选高响应区域，识别潜在断层目标。</a:t>
            </a:r>
            <a:endParaRPr lang="en-US" altLang="zh-CN" b="1" i="0">
              <a:effectLst/>
              <a:latin typeface="微软雅黑" panose="020B0503020204020204" pitchFamily="34" charset="-122"/>
              <a:ea typeface="微软雅黑" panose="020B0503020204020204" pitchFamily="34" charset="-122"/>
            </a:endParaRPr>
          </a:p>
          <a:p>
            <a:pPr algn="l">
              <a:lnSpc>
                <a:spcPct val="150000"/>
              </a:lnSpc>
            </a:pPr>
            <a:r>
              <a:rPr lang="en-US" altLang="zh-CN" b="1" i="0">
                <a:effectLst/>
                <a:latin typeface="微软雅黑" panose="020B0503020204020204" pitchFamily="34" charset="-122"/>
                <a:ea typeface="微软雅黑" panose="020B0503020204020204" pitchFamily="34" charset="-122"/>
              </a:rPr>
              <a:t>2</a:t>
            </a:r>
            <a:r>
              <a:rPr lang="zh-CN" altLang="en-US" b="1" i="0">
                <a:effectLst/>
                <a:latin typeface="微软雅黑" panose="020B0503020204020204" pitchFamily="34" charset="-122"/>
                <a:ea typeface="微软雅黑" panose="020B0503020204020204" pitchFamily="34" charset="-122"/>
              </a:rPr>
              <a:t>、断层自动追踪</a:t>
            </a:r>
            <a:endParaRPr lang="en-US" altLang="zh-CN" b="1" i="0">
              <a:effectLst/>
              <a:latin typeface="微软雅黑" panose="020B0503020204020204" pitchFamily="34" charset="-122"/>
              <a:ea typeface="微软雅黑" panose="020B0503020204020204" pitchFamily="34" charset="-122"/>
            </a:endParaRPr>
          </a:p>
          <a:p>
            <a:pPr algn="l">
              <a:lnSpc>
                <a:spcPct val="150000"/>
              </a:lnSpc>
            </a:pPr>
            <a:r>
              <a:rPr lang="zh-CN" altLang="en-US" b="1" i="0">
                <a:effectLst/>
                <a:latin typeface="微软雅黑" panose="020B0503020204020204" pitchFamily="34" charset="-122"/>
                <a:ea typeface="微软雅黑" panose="020B0503020204020204" pitchFamily="34" charset="-122"/>
              </a:rPr>
              <a:t>根据空间连通性、走向一致性和距离关系，将断层片段连接成完整断层。</a:t>
            </a:r>
            <a:endParaRPr lang="en-US" altLang="zh-CN" b="1" i="0">
              <a:effectLst/>
              <a:latin typeface="微软雅黑" panose="020B0503020204020204" pitchFamily="34" charset="-122"/>
              <a:ea typeface="微软雅黑" panose="020B0503020204020204" pitchFamily="34" charset="-122"/>
            </a:endParaRPr>
          </a:p>
          <a:p>
            <a:pPr algn="l">
              <a:lnSpc>
                <a:spcPct val="150000"/>
              </a:lnSpc>
            </a:pPr>
            <a:r>
              <a:rPr lang="en-US" altLang="zh-CN" b="1">
                <a:latin typeface="微软雅黑" panose="020B0503020204020204" pitchFamily="34" charset="-122"/>
                <a:ea typeface="微软雅黑" panose="020B0503020204020204" pitchFamily="34" charset="-122"/>
              </a:rPr>
              <a:t>3</a:t>
            </a:r>
            <a:r>
              <a:rPr lang="zh-CN" altLang="en-US" b="1">
                <a:latin typeface="微软雅黑" panose="020B0503020204020204" pitchFamily="34" charset="-122"/>
                <a:ea typeface="微软雅黑" panose="020B0503020204020204" pitchFamily="34" charset="-122"/>
              </a:rPr>
              <a:t>、多边形生成与优化</a:t>
            </a:r>
            <a:endParaRPr lang="en-US" altLang="zh-CN" b="1">
              <a:latin typeface="微软雅黑" panose="020B0503020204020204" pitchFamily="34" charset="-122"/>
              <a:ea typeface="微软雅黑" panose="020B0503020204020204" pitchFamily="34" charset="-122"/>
            </a:endParaRPr>
          </a:p>
          <a:p>
            <a:pPr algn="l">
              <a:lnSpc>
                <a:spcPct val="150000"/>
              </a:lnSpc>
            </a:pPr>
            <a:r>
              <a:rPr lang="zh-CN" altLang="en-US" b="1">
                <a:latin typeface="微软雅黑" panose="020B0503020204020204" pitchFamily="34" charset="-122"/>
                <a:ea typeface="微软雅黑" panose="020B0503020204020204" pitchFamily="34" charset="-122"/>
              </a:rPr>
              <a:t>生成断层多边形边界，并进行面积过滤、交汇处理和结果统计。</a:t>
            </a:r>
            <a:endParaRPr lang="en-US" altLang="zh-CN" b="1">
              <a:latin typeface="微软雅黑" panose="020B0503020204020204" pitchFamily="34" charset="-122"/>
              <a:ea typeface="微软雅黑" panose="020B0503020204020204" pitchFamily="34" charset="-122"/>
            </a:endParaRPr>
          </a:p>
          <a:p>
            <a:pPr algn="l">
              <a:lnSpc>
                <a:spcPct val="150000"/>
              </a:lnSpc>
            </a:pPr>
            <a:r>
              <a:rPr lang="en-US" altLang="zh-CN" b="1" i="0">
                <a:effectLst/>
                <a:latin typeface="微软雅黑" panose="020B0503020204020204" pitchFamily="34" charset="-122"/>
                <a:ea typeface="微软雅黑" panose="020B0503020204020204" pitchFamily="34" charset="-122"/>
              </a:rPr>
              <a:t>4</a:t>
            </a:r>
            <a:r>
              <a:rPr lang="zh-CN" altLang="en-US" b="1" i="0">
                <a:effectLst/>
                <a:latin typeface="微软雅黑" panose="020B0503020204020204" pitchFamily="34" charset="-122"/>
                <a:ea typeface="微软雅黑" panose="020B0503020204020204" pitchFamily="34" charset="-122"/>
              </a:rPr>
              <a:t>、界面集成与文档等</a:t>
            </a:r>
            <a:endParaRPr lang="en-US" altLang="zh-CN" b="1" i="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28017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F2CEB-38B5-05C6-B805-0693C2AF11B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7AEB1AC-C62F-A935-710A-D42292B432C6}"/>
              </a:ext>
            </a:extLst>
          </p:cNvPr>
          <p:cNvSpPr>
            <a:spLocks noGrp="1"/>
          </p:cNvSpPr>
          <p:nvPr>
            <p:ph type="title"/>
          </p:nvPr>
        </p:nvSpPr>
        <p:spPr>
          <a:xfrm>
            <a:off x="782857" y="632145"/>
            <a:ext cx="7315200" cy="341874"/>
          </a:xfrm>
        </p:spPr>
        <p:txBody>
          <a:bodyPr/>
          <a:lstStyle/>
          <a:p>
            <a:r>
              <a:rPr lang="zh-CN" altLang="en-US"/>
              <a:t>赛题解析</a:t>
            </a:r>
            <a:endParaRPr lang="zh-CN" altLang="en-US" dirty="0"/>
          </a:p>
        </p:txBody>
      </p:sp>
      <p:sp>
        <p:nvSpPr>
          <p:cNvPr id="5" name="标题 1">
            <a:extLst>
              <a:ext uri="{FF2B5EF4-FFF2-40B4-BE49-F238E27FC236}">
                <a16:creationId xmlns:a16="http://schemas.microsoft.com/office/drawing/2014/main" id="{4DEE0219-D9C5-3FF1-FC78-E30B748FA5B0}"/>
              </a:ext>
            </a:extLst>
          </p:cNvPr>
          <p:cNvSpPr txBox="1">
            <a:spLocks/>
          </p:cNvSpPr>
          <p:nvPr/>
        </p:nvSpPr>
        <p:spPr>
          <a:xfrm>
            <a:off x="6927496" y="1591941"/>
            <a:ext cx="2187321" cy="34187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600" b="1" kern="1200">
                <a:solidFill>
                  <a:schemeClr val="accent1"/>
                </a:solidFill>
                <a:latin typeface="+mj-lt"/>
                <a:ea typeface="+mj-ea"/>
                <a:cs typeface="+mj-cs"/>
              </a:defRPr>
            </a:lvl1pPr>
          </a:lstStyle>
          <a:p>
            <a:r>
              <a:rPr lang="zh-CN" altLang="en-US" sz="2400">
                <a:solidFill>
                  <a:srgbClr val="0070C0"/>
                </a:solidFill>
              </a:rPr>
              <a:t>深度学习方法：</a:t>
            </a:r>
            <a:endParaRPr lang="zh-CN" altLang="en-US" sz="2400" dirty="0">
              <a:solidFill>
                <a:srgbClr val="0070C0"/>
              </a:solidFill>
            </a:endParaRPr>
          </a:p>
        </p:txBody>
      </p:sp>
      <p:sp>
        <p:nvSpPr>
          <p:cNvPr id="7" name="标题 1">
            <a:extLst>
              <a:ext uri="{FF2B5EF4-FFF2-40B4-BE49-F238E27FC236}">
                <a16:creationId xmlns:a16="http://schemas.microsoft.com/office/drawing/2014/main" id="{9FB71B66-7A0B-FC65-723F-EE326242D35A}"/>
              </a:ext>
            </a:extLst>
          </p:cNvPr>
          <p:cNvSpPr txBox="1">
            <a:spLocks/>
          </p:cNvSpPr>
          <p:nvPr/>
        </p:nvSpPr>
        <p:spPr>
          <a:xfrm>
            <a:off x="105164" y="1160682"/>
            <a:ext cx="2031679" cy="34187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600" b="1" kern="1200">
                <a:solidFill>
                  <a:schemeClr val="accent1"/>
                </a:solidFill>
                <a:latin typeface="+mj-lt"/>
                <a:ea typeface="+mj-ea"/>
                <a:cs typeface="+mj-cs"/>
              </a:defRPr>
            </a:lvl1pPr>
          </a:lstStyle>
          <a:p>
            <a:r>
              <a:rPr lang="zh-CN" altLang="en-US" sz="2400">
                <a:solidFill>
                  <a:srgbClr val="0070C0"/>
                </a:solidFill>
              </a:rPr>
              <a:t>个人解题思路</a:t>
            </a:r>
            <a:endParaRPr lang="zh-CN" altLang="en-US" sz="2400" dirty="0">
              <a:solidFill>
                <a:srgbClr val="0070C0"/>
              </a:solidFill>
            </a:endParaRPr>
          </a:p>
        </p:txBody>
      </p:sp>
      <p:sp>
        <p:nvSpPr>
          <p:cNvPr id="3" name="文本框 2">
            <a:extLst>
              <a:ext uri="{FF2B5EF4-FFF2-40B4-BE49-F238E27FC236}">
                <a16:creationId xmlns:a16="http://schemas.microsoft.com/office/drawing/2014/main" id="{2B1C1EA2-0501-CA79-40F8-D4E72FA1B95A}"/>
              </a:ext>
            </a:extLst>
          </p:cNvPr>
          <p:cNvSpPr txBox="1"/>
          <p:nvPr/>
        </p:nvSpPr>
        <p:spPr>
          <a:xfrm>
            <a:off x="77252" y="1914791"/>
            <a:ext cx="6177633" cy="4613892"/>
          </a:xfrm>
          <a:prstGeom prst="rect">
            <a:avLst/>
          </a:prstGeom>
          <a:noFill/>
        </p:spPr>
        <p:txBody>
          <a:bodyPr wrap="square">
            <a:spAutoFit/>
          </a:bodyPr>
          <a:lstStyle/>
          <a:p>
            <a:pPr algn="l">
              <a:lnSpc>
                <a:spcPct val="150000"/>
              </a:lnSpc>
            </a:pPr>
            <a:r>
              <a:rPr lang="en-US" altLang="zh-CN" b="1">
                <a:latin typeface="微软雅黑" panose="020B0503020204020204" pitchFamily="34" charset="-122"/>
                <a:ea typeface="微软雅黑" panose="020B0503020204020204" pitchFamily="34" charset="-122"/>
              </a:rPr>
              <a:t>1</a:t>
            </a:r>
            <a:r>
              <a:rPr lang="zh-CN" altLang="en-US" b="1">
                <a:latin typeface="微软雅黑" panose="020B0503020204020204" pitchFamily="34" charset="-122"/>
                <a:ea typeface="微软雅黑" panose="020B0503020204020204" pitchFamily="34" charset="-122"/>
              </a:rPr>
              <a:t>、</a:t>
            </a:r>
            <a:r>
              <a:rPr lang="zh-CN" altLang="en-US" b="1" i="0">
                <a:effectLst/>
                <a:latin typeface="微软雅黑" panose="020B0503020204020204" pitchFamily="34" charset="-122"/>
                <a:ea typeface="微软雅黑" panose="020B0503020204020204" pitchFamily="34" charset="-122"/>
              </a:rPr>
              <a:t>数据预处理</a:t>
            </a:r>
            <a:endParaRPr lang="en-US" altLang="zh-CN" b="1" i="0">
              <a:effectLst/>
              <a:latin typeface="微软雅黑" panose="020B0503020204020204" pitchFamily="34" charset="-122"/>
              <a:ea typeface="微软雅黑" panose="020B0503020204020204" pitchFamily="34" charset="-122"/>
            </a:endParaRPr>
          </a:p>
          <a:p>
            <a:pPr algn="l">
              <a:lnSpc>
                <a:spcPct val="150000"/>
              </a:lnSpc>
            </a:pPr>
            <a:r>
              <a:rPr lang="zh-CN" altLang="en-US" b="1" i="0">
                <a:effectLst/>
                <a:latin typeface="微软雅黑" panose="020B0503020204020204" pitchFamily="34" charset="-122"/>
                <a:ea typeface="微软雅黑" panose="020B0503020204020204" pitchFamily="34" charset="-122"/>
              </a:rPr>
              <a:t>对断层属性数据进行归一化、平滑滤波和阈值分割，得到候选断层区域。</a:t>
            </a:r>
            <a:endParaRPr lang="en-US" altLang="zh-CN" b="1" i="0">
              <a:effectLst/>
              <a:latin typeface="微软雅黑" panose="020B0503020204020204" pitchFamily="34" charset="-122"/>
              <a:ea typeface="微软雅黑" panose="020B0503020204020204" pitchFamily="34" charset="-122"/>
            </a:endParaRPr>
          </a:p>
          <a:p>
            <a:pPr algn="l">
              <a:lnSpc>
                <a:spcPct val="150000"/>
              </a:lnSpc>
            </a:pPr>
            <a:r>
              <a:rPr lang="en-US" altLang="zh-CN" b="1" i="0">
                <a:effectLst/>
                <a:latin typeface="微软雅黑" panose="020B0503020204020204" pitchFamily="34" charset="-122"/>
                <a:ea typeface="微软雅黑" panose="020B0503020204020204" pitchFamily="34" charset="-122"/>
              </a:rPr>
              <a:t>2</a:t>
            </a:r>
            <a:r>
              <a:rPr lang="zh-CN" altLang="en-US" b="1" i="0">
                <a:effectLst/>
                <a:latin typeface="微软雅黑" panose="020B0503020204020204" pitchFamily="34" charset="-122"/>
                <a:ea typeface="微软雅黑" panose="020B0503020204020204" pitchFamily="34" charset="-122"/>
              </a:rPr>
              <a:t>、候选断层提取</a:t>
            </a:r>
            <a:endParaRPr lang="en-US" altLang="zh-CN" b="1" i="0">
              <a:effectLst/>
              <a:latin typeface="微软雅黑" panose="020B0503020204020204" pitchFamily="34" charset="-122"/>
              <a:ea typeface="微软雅黑" panose="020B0503020204020204" pitchFamily="34" charset="-122"/>
            </a:endParaRPr>
          </a:p>
          <a:p>
            <a:pPr algn="l">
              <a:lnSpc>
                <a:spcPct val="150000"/>
              </a:lnSpc>
            </a:pPr>
            <a:r>
              <a:rPr lang="zh-CN" altLang="en-US" b="1" i="0">
                <a:effectLst/>
                <a:latin typeface="微软雅黑" panose="020B0503020204020204" pitchFamily="34" charset="-122"/>
                <a:ea typeface="微软雅黑" panose="020B0503020204020204" pitchFamily="34" charset="-122"/>
              </a:rPr>
              <a:t>提取断层片段，并去除面积较小的干扰区域。（对应需求</a:t>
            </a:r>
            <a:r>
              <a:rPr lang="en-US" altLang="zh-CN" b="1" i="0">
                <a:effectLst/>
                <a:latin typeface="微软雅黑" panose="020B0503020204020204" pitchFamily="34" charset="-122"/>
                <a:ea typeface="微软雅黑" panose="020B0503020204020204" pitchFamily="34" charset="-122"/>
              </a:rPr>
              <a:t>b)</a:t>
            </a:r>
          </a:p>
          <a:p>
            <a:pPr algn="l">
              <a:lnSpc>
                <a:spcPct val="150000"/>
              </a:lnSpc>
            </a:pPr>
            <a:r>
              <a:rPr lang="en-US" altLang="zh-CN" b="1">
                <a:latin typeface="微软雅黑" panose="020B0503020204020204" pitchFamily="34" charset="-122"/>
                <a:ea typeface="微软雅黑" panose="020B0503020204020204" pitchFamily="34" charset="-122"/>
              </a:rPr>
              <a:t>3</a:t>
            </a:r>
            <a:r>
              <a:rPr lang="zh-CN" altLang="en-US" b="1">
                <a:latin typeface="微软雅黑" panose="020B0503020204020204" pitchFamily="34" charset="-122"/>
                <a:ea typeface="微软雅黑" panose="020B0503020204020204" pitchFamily="34" charset="-122"/>
              </a:rPr>
              <a:t>、断层追踪与连接</a:t>
            </a:r>
            <a:endParaRPr lang="en-US" altLang="zh-CN" b="1">
              <a:latin typeface="微软雅黑" panose="020B0503020204020204" pitchFamily="34" charset="-122"/>
              <a:ea typeface="微软雅黑" panose="020B0503020204020204" pitchFamily="34" charset="-122"/>
            </a:endParaRPr>
          </a:p>
          <a:p>
            <a:pPr algn="l">
              <a:lnSpc>
                <a:spcPct val="150000"/>
              </a:lnSpc>
            </a:pPr>
            <a:r>
              <a:rPr lang="zh-CN" altLang="en-US" b="1">
                <a:latin typeface="微软雅黑" panose="020B0503020204020204" pitchFamily="34" charset="-122"/>
                <a:ea typeface="微软雅黑" panose="020B0503020204020204" pitchFamily="34" charset="-122"/>
              </a:rPr>
              <a:t>根据距离、方向一致性和端点关系，将断续片段自动连接，形成连续断层主体。（对应需求</a:t>
            </a:r>
            <a:r>
              <a:rPr lang="en-US" altLang="zh-CN" b="1">
                <a:latin typeface="微软雅黑" panose="020B0503020204020204" pitchFamily="34" charset="-122"/>
                <a:ea typeface="微软雅黑" panose="020B0503020204020204" pitchFamily="34" charset="-122"/>
              </a:rPr>
              <a:t>c)</a:t>
            </a:r>
          </a:p>
          <a:p>
            <a:pPr algn="l">
              <a:lnSpc>
                <a:spcPct val="150000"/>
              </a:lnSpc>
            </a:pPr>
            <a:r>
              <a:rPr lang="en-US" altLang="zh-CN" b="1" i="0">
                <a:effectLst/>
                <a:latin typeface="微软雅黑" panose="020B0503020204020204" pitchFamily="34" charset="-122"/>
                <a:ea typeface="微软雅黑" panose="020B0503020204020204" pitchFamily="34" charset="-122"/>
              </a:rPr>
              <a:t>4</a:t>
            </a:r>
            <a:r>
              <a:rPr lang="zh-CN" altLang="en-US" b="1" i="0">
                <a:effectLst/>
                <a:latin typeface="微软雅黑" panose="020B0503020204020204" pitchFamily="34" charset="-122"/>
                <a:ea typeface="微软雅黑" panose="020B0503020204020204" pitchFamily="34" charset="-122"/>
              </a:rPr>
              <a:t>、多边形生成与后处理</a:t>
            </a:r>
            <a:endParaRPr lang="en-US" altLang="zh-CN" b="1" i="0">
              <a:effectLst/>
              <a:latin typeface="微软雅黑" panose="020B0503020204020204" pitchFamily="34" charset="-122"/>
              <a:ea typeface="微软雅黑" panose="020B0503020204020204" pitchFamily="34" charset="-122"/>
            </a:endParaRPr>
          </a:p>
          <a:p>
            <a:pPr algn="l">
              <a:lnSpc>
                <a:spcPct val="150000"/>
              </a:lnSpc>
            </a:pPr>
            <a:r>
              <a:rPr lang="zh-CN" altLang="en-US" b="1" i="0">
                <a:effectLst/>
                <a:latin typeface="微软雅黑" panose="020B0503020204020204" pitchFamily="34" charset="-122"/>
                <a:ea typeface="微软雅黑" panose="020B0503020204020204" pitchFamily="34" charset="-122"/>
              </a:rPr>
              <a:t>对断层区域进行边界提取、形态学优化、交汇处理和面积统计，最终输出断层多边形。</a:t>
            </a:r>
            <a:r>
              <a:rPr lang="en-US" altLang="zh-CN" b="1" i="0">
                <a:effectLst/>
                <a:latin typeface="微软雅黑" panose="020B0503020204020204" pitchFamily="34" charset="-122"/>
                <a:ea typeface="微软雅黑" panose="020B0503020204020204" pitchFamily="34" charset="-122"/>
              </a:rPr>
              <a:t>(</a:t>
            </a:r>
            <a:r>
              <a:rPr lang="zh-CN" altLang="en-US" b="1" i="0">
                <a:effectLst/>
                <a:latin typeface="微软雅黑" panose="020B0503020204020204" pitchFamily="34" charset="-122"/>
                <a:ea typeface="微软雅黑" panose="020B0503020204020204" pitchFamily="34" charset="-122"/>
              </a:rPr>
              <a:t>对应需求</a:t>
            </a:r>
            <a:r>
              <a:rPr lang="en-US" altLang="zh-CN" b="1" i="0">
                <a:effectLst/>
                <a:latin typeface="微软雅黑" panose="020B0503020204020204" pitchFamily="34" charset="-122"/>
                <a:ea typeface="微软雅黑" panose="020B0503020204020204" pitchFamily="34" charset="-122"/>
              </a:rPr>
              <a:t>d)</a:t>
            </a:r>
          </a:p>
        </p:txBody>
      </p:sp>
      <p:sp>
        <p:nvSpPr>
          <p:cNvPr id="4" name="标题 1">
            <a:extLst>
              <a:ext uri="{FF2B5EF4-FFF2-40B4-BE49-F238E27FC236}">
                <a16:creationId xmlns:a16="http://schemas.microsoft.com/office/drawing/2014/main" id="{9AA4350E-EC30-B815-07CF-3C935645953C}"/>
              </a:ext>
            </a:extLst>
          </p:cNvPr>
          <p:cNvSpPr txBox="1">
            <a:spLocks/>
          </p:cNvSpPr>
          <p:nvPr/>
        </p:nvSpPr>
        <p:spPr>
          <a:xfrm>
            <a:off x="199198" y="1604912"/>
            <a:ext cx="2031679" cy="34187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600" b="1" kern="1200">
                <a:solidFill>
                  <a:schemeClr val="accent1"/>
                </a:solidFill>
                <a:latin typeface="+mj-lt"/>
                <a:ea typeface="+mj-ea"/>
                <a:cs typeface="+mj-cs"/>
              </a:defRPr>
            </a:lvl1pPr>
          </a:lstStyle>
          <a:p>
            <a:r>
              <a:rPr lang="zh-CN" altLang="en-US" sz="2400">
                <a:solidFill>
                  <a:srgbClr val="FF0000"/>
                </a:solidFill>
              </a:rPr>
              <a:t>传统方法：</a:t>
            </a:r>
            <a:endParaRPr lang="zh-CN" altLang="en-US" sz="2400" dirty="0">
              <a:solidFill>
                <a:srgbClr val="FF0000"/>
              </a:solidFill>
            </a:endParaRPr>
          </a:p>
        </p:txBody>
      </p:sp>
      <p:sp>
        <p:nvSpPr>
          <p:cNvPr id="9" name="文本框 8">
            <a:extLst>
              <a:ext uri="{FF2B5EF4-FFF2-40B4-BE49-F238E27FC236}">
                <a16:creationId xmlns:a16="http://schemas.microsoft.com/office/drawing/2014/main" id="{0FA58863-9F89-3084-8CE2-788882DCA80B}"/>
              </a:ext>
            </a:extLst>
          </p:cNvPr>
          <p:cNvSpPr txBox="1"/>
          <p:nvPr/>
        </p:nvSpPr>
        <p:spPr>
          <a:xfrm>
            <a:off x="6848272" y="2217906"/>
            <a:ext cx="4961107" cy="1497654"/>
          </a:xfrm>
          <a:prstGeom prst="rect">
            <a:avLst/>
          </a:prstGeom>
          <a:noFill/>
        </p:spPr>
        <p:txBody>
          <a:bodyPr wrap="square" rtlCol="0">
            <a:spAutoFit/>
          </a:bodyPr>
          <a:lstStyle/>
          <a:p>
            <a:pPr algn="l">
              <a:lnSpc>
                <a:spcPct val="130000"/>
              </a:lnSpc>
            </a:pPr>
            <a:r>
              <a:rPr lang="en-US" altLang="zh-CN" b="1">
                <a:solidFill>
                  <a:srgbClr val="002060"/>
                </a:solidFill>
                <a:latin typeface="微软雅黑" panose="020B0503020204020204" pitchFamily="34" charset="-122"/>
                <a:ea typeface="微软雅黑" panose="020B0503020204020204" pitchFamily="34" charset="-122"/>
              </a:rPr>
              <a:t>Unet</a:t>
            </a:r>
            <a:r>
              <a:rPr lang="zh-CN" altLang="en-US" b="1">
                <a:latin typeface="微软雅黑" panose="020B0503020204020204" pitchFamily="34" charset="-122"/>
                <a:ea typeface="微软雅黑" panose="020B0503020204020204" pitchFamily="34" charset="-122"/>
              </a:rPr>
              <a:t>及其变种模型能够实现二维、三维断层数据的自动提取但需要考虑大赛给出的数据量能否进行模型训练。是否采纳该方法需要各位同学自行分析</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14187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AF5A6-6BCF-5845-CC60-E64E0D8708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FA57D8-2363-76A7-56D3-8DD9A791C9E6}"/>
              </a:ext>
            </a:extLst>
          </p:cNvPr>
          <p:cNvSpPr>
            <a:spLocks noGrp="1"/>
          </p:cNvSpPr>
          <p:nvPr>
            <p:ph type="title"/>
          </p:nvPr>
        </p:nvSpPr>
        <p:spPr>
          <a:xfrm>
            <a:off x="782857" y="632145"/>
            <a:ext cx="7315200" cy="341874"/>
          </a:xfrm>
        </p:spPr>
        <p:txBody>
          <a:bodyPr/>
          <a:lstStyle/>
          <a:p>
            <a:r>
              <a:rPr lang="zh-CN" altLang="en-US"/>
              <a:t>赛题解析</a:t>
            </a:r>
            <a:endParaRPr lang="zh-CN" altLang="en-US" dirty="0"/>
          </a:p>
        </p:txBody>
      </p:sp>
      <p:pic>
        <p:nvPicPr>
          <p:cNvPr id="9" name="图片 8">
            <a:extLst>
              <a:ext uri="{FF2B5EF4-FFF2-40B4-BE49-F238E27FC236}">
                <a16:creationId xmlns:a16="http://schemas.microsoft.com/office/drawing/2014/main" id="{3D5D0A10-6DFA-0750-DD25-A76FD367B8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43912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p:txBody>
          <a:bodyPr/>
          <a:lstStyle/>
          <a:p>
            <a:r>
              <a:rPr lang="en-US" altLang="zh-CN" dirty="0"/>
              <a:t>03</a:t>
            </a:r>
            <a:endParaRPr lang="zh-CN" altLang="en-US" dirty="0"/>
          </a:p>
        </p:txBody>
      </p:sp>
      <p:sp>
        <p:nvSpPr>
          <p:cNvPr id="4" name="标题 3"/>
          <p:cNvSpPr>
            <a:spLocks noGrp="1"/>
          </p:cNvSpPr>
          <p:nvPr>
            <p:ph type="title"/>
          </p:nvPr>
        </p:nvSpPr>
        <p:spPr>
          <a:xfrm>
            <a:off x="1842551" y="3689995"/>
            <a:ext cx="6374349" cy="552357"/>
          </a:xfrm>
        </p:spPr>
        <p:txBody>
          <a:bodyPr/>
          <a:lstStyle/>
          <a:p>
            <a:r>
              <a:rPr lang="zh-CN" altLang="en-US"/>
              <a:t>评分标准与后续优化</a:t>
            </a:r>
            <a:endParaRPr lang="zh-CN" altLang="en-US" dirty="0"/>
          </a:p>
        </p:txBody>
      </p:sp>
      <p:sp>
        <p:nvSpPr>
          <p:cNvPr id="8" name="矩形 7"/>
          <p:cNvSpPr/>
          <p:nvPr/>
        </p:nvSpPr>
        <p:spPr>
          <a:xfrm>
            <a:off x="875031"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07696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27889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48082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custDataLst>
              <p:tags r:id="rId1"/>
            </p:custDataLst>
          </p:nvPr>
        </p:nvSpPr>
        <p:spPr>
          <a:xfrm>
            <a:off x="107696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custDataLst>
              <p:tags r:id="rId2"/>
            </p:custDataLst>
          </p:nvPr>
        </p:nvSpPr>
        <p:spPr>
          <a:xfrm>
            <a:off x="673101"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27B2A-4703-C248-F8AB-3F810C0CD732}"/>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A3FD3C02-DFDF-593A-A9DA-45F6C0A86279}"/>
              </a:ext>
            </a:extLst>
          </p:cNvPr>
          <p:cNvSpPr>
            <a:spLocks noGrp="1"/>
          </p:cNvSpPr>
          <p:nvPr>
            <p:ph type="title"/>
          </p:nvPr>
        </p:nvSpPr>
        <p:spPr/>
        <p:txBody>
          <a:bodyPr/>
          <a:lstStyle/>
          <a:p>
            <a:r>
              <a:rPr lang="zh-CN" altLang="en-US"/>
              <a:t>评分标准解析</a:t>
            </a:r>
          </a:p>
        </p:txBody>
      </p:sp>
      <p:pic>
        <p:nvPicPr>
          <p:cNvPr id="2" name="图片 1">
            <a:extLst>
              <a:ext uri="{FF2B5EF4-FFF2-40B4-BE49-F238E27FC236}">
                <a16:creationId xmlns:a16="http://schemas.microsoft.com/office/drawing/2014/main" id="{447E7A57-3E2C-66DE-8F97-1F9D3EE302F2}"/>
              </a:ext>
            </a:extLst>
          </p:cNvPr>
          <p:cNvPicPr>
            <a:picLocks noChangeAspect="1"/>
          </p:cNvPicPr>
          <p:nvPr/>
        </p:nvPicPr>
        <p:blipFill>
          <a:blip r:embed="rId2"/>
          <a:stretch>
            <a:fillRect/>
          </a:stretch>
        </p:blipFill>
        <p:spPr>
          <a:xfrm>
            <a:off x="412871" y="1387562"/>
            <a:ext cx="5772956" cy="3772426"/>
          </a:xfrm>
          <a:prstGeom prst="rect">
            <a:avLst/>
          </a:prstGeom>
        </p:spPr>
      </p:pic>
      <p:sp>
        <p:nvSpPr>
          <p:cNvPr id="4" name="文本框 3">
            <a:extLst>
              <a:ext uri="{FF2B5EF4-FFF2-40B4-BE49-F238E27FC236}">
                <a16:creationId xmlns:a16="http://schemas.microsoft.com/office/drawing/2014/main" id="{24F6A909-83E3-F99D-34A8-3458C8F54F06}"/>
              </a:ext>
            </a:extLst>
          </p:cNvPr>
          <p:cNvSpPr txBox="1"/>
          <p:nvPr/>
        </p:nvSpPr>
        <p:spPr>
          <a:xfrm>
            <a:off x="1076213" y="6008033"/>
            <a:ext cx="8842443" cy="458908"/>
          </a:xfrm>
          <a:prstGeom prst="rect">
            <a:avLst/>
          </a:prstGeom>
          <a:noFill/>
        </p:spPr>
        <p:txBody>
          <a:bodyPr wrap="square" rtlCol="0">
            <a:spAutoFit/>
          </a:bodyPr>
          <a:lstStyle/>
          <a:p>
            <a:pPr>
              <a:lnSpc>
                <a:spcPct val="150000"/>
              </a:lnSpc>
            </a:pPr>
            <a:r>
              <a:rPr lang="zh-CN" altLang="en-US" b="1">
                <a:latin typeface="微软雅黑" panose="020B0503020204020204" pitchFamily="34" charset="-122"/>
                <a:ea typeface="微软雅黑" panose="020B0503020204020204" pitchFamily="34" charset="-122"/>
              </a:rPr>
              <a:t>得分优先级：功能完整性 </a:t>
            </a:r>
            <a:r>
              <a:rPr lang="en-US" altLang="zh-CN" b="1">
                <a:latin typeface="微软雅黑" panose="020B0503020204020204" pitchFamily="34" charset="-122"/>
                <a:ea typeface="微软雅黑" panose="020B0503020204020204" pitchFamily="34" charset="-122"/>
              </a:rPr>
              <a:t>&gt; </a:t>
            </a:r>
            <a:r>
              <a:rPr lang="zh-CN" altLang="en-US" b="1">
                <a:latin typeface="微软雅黑" panose="020B0503020204020204" pitchFamily="34" charset="-122"/>
                <a:ea typeface="微软雅黑" panose="020B0503020204020204" pitchFamily="34" charset="-122"/>
              </a:rPr>
              <a:t>算法稳定性 </a:t>
            </a:r>
            <a:r>
              <a:rPr lang="en-US" altLang="zh-CN" b="1">
                <a:latin typeface="微软雅黑" panose="020B0503020204020204" pitchFamily="34" charset="-122"/>
                <a:ea typeface="微软雅黑" panose="020B0503020204020204" pitchFamily="34" charset="-122"/>
              </a:rPr>
              <a:t>&gt; </a:t>
            </a:r>
            <a:r>
              <a:rPr lang="zh-CN" altLang="en-US" b="1">
                <a:latin typeface="微软雅黑" panose="020B0503020204020204" pitchFamily="34" charset="-122"/>
                <a:ea typeface="微软雅黑" panose="020B0503020204020204" pitchFamily="34" charset="-122"/>
              </a:rPr>
              <a:t>运行效率 </a:t>
            </a:r>
            <a:r>
              <a:rPr lang="en-US" altLang="zh-CN" b="1">
                <a:latin typeface="微软雅黑" panose="020B0503020204020204" pitchFamily="34" charset="-122"/>
                <a:ea typeface="微软雅黑" panose="020B0503020204020204" pitchFamily="34" charset="-122"/>
              </a:rPr>
              <a:t>&gt; </a:t>
            </a:r>
            <a:r>
              <a:rPr lang="zh-CN" altLang="en-US" b="1">
                <a:latin typeface="微软雅黑" panose="020B0503020204020204" pitchFamily="34" charset="-122"/>
                <a:ea typeface="微软雅黑" panose="020B0503020204020204" pitchFamily="34" charset="-122"/>
              </a:rPr>
              <a:t>展示效果 </a:t>
            </a:r>
            <a:r>
              <a:rPr lang="en-US" altLang="zh-CN" b="1">
                <a:latin typeface="微软雅黑" panose="020B0503020204020204" pitchFamily="34" charset="-122"/>
                <a:ea typeface="微软雅黑" panose="020B0503020204020204" pitchFamily="34" charset="-122"/>
              </a:rPr>
              <a:t>&gt; </a:t>
            </a:r>
            <a:r>
              <a:rPr lang="zh-CN" altLang="en-US" b="1">
                <a:latin typeface="微软雅黑" panose="020B0503020204020204" pitchFamily="34" charset="-122"/>
                <a:ea typeface="微软雅黑" panose="020B0503020204020204" pitchFamily="34" charset="-122"/>
              </a:rPr>
              <a:t>创意亮点</a:t>
            </a:r>
            <a:endParaRPr lang="zh-CN" altLang="en-US" b="1"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BE591C1B-8066-C582-7BE7-87F7928846D3}"/>
              </a:ext>
            </a:extLst>
          </p:cNvPr>
          <p:cNvSpPr txBox="1"/>
          <p:nvPr/>
        </p:nvSpPr>
        <p:spPr>
          <a:xfrm>
            <a:off x="6571678" y="941712"/>
            <a:ext cx="5482670" cy="4613892"/>
          </a:xfrm>
          <a:prstGeom prst="rect">
            <a:avLst/>
          </a:prstGeom>
          <a:noFill/>
        </p:spPr>
        <p:txBody>
          <a:bodyPr wrap="square">
            <a:spAutoFit/>
          </a:bodyPr>
          <a:lstStyle/>
          <a:p>
            <a:pPr algn="l">
              <a:lnSpc>
                <a:spcPct val="150000"/>
              </a:lnSpc>
            </a:pPr>
            <a:r>
              <a:rPr lang="en-US" altLang="zh-CN" b="1">
                <a:latin typeface="微软雅黑" panose="020B0503020204020204" pitchFamily="34" charset="-122"/>
                <a:ea typeface="微软雅黑" panose="020B0503020204020204" pitchFamily="34" charset="-122"/>
              </a:rPr>
              <a:t>1</a:t>
            </a:r>
            <a:r>
              <a:rPr lang="zh-CN" altLang="en-US" b="1">
                <a:latin typeface="微软雅黑" panose="020B0503020204020204" pitchFamily="34" charset="-122"/>
                <a:ea typeface="微软雅黑" panose="020B0503020204020204" pitchFamily="34" charset="-122"/>
              </a:rPr>
              <a:t>、</a:t>
            </a:r>
            <a:r>
              <a:rPr lang="zh-CN" altLang="en-US" b="1" i="0">
                <a:effectLst/>
                <a:latin typeface="微软雅黑" panose="020B0503020204020204" pitchFamily="34" charset="-122"/>
                <a:ea typeface="微软雅黑" panose="020B0503020204020204" pitchFamily="34" charset="-122"/>
              </a:rPr>
              <a:t>功能完整</a:t>
            </a:r>
            <a:endParaRPr lang="en-US" altLang="zh-CN" b="1" i="0">
              <a:effectLst/>
              <a:latin typeface="微软雅黑" panose="020B0503020204020204" pitchFamily="34" charset="-122"/>
              <a:ea typeface="微软雅黑" panose="020B0503020204020204" pitchFamily="34" charset="-122"/>
            </a:endParaRPr>
          </a:p>
          <a:p>
            <a:pPr algn="l">
              <a:lnSpc>
                <a:spcPct val="150000"/>
              </a:lnSpc>
            </a:pPr>
            <a:r>
              <a:rPr lang="zh-CN" altLang="en-US" b="1" i="0">
                <a:effectLst/>
                <a:latin typeface="微软雅黑" panose="020B0503020204020204" pitchFamily="34" charset="-122"/>
                <a:ea typeface="微软雅黑" panose="020B0503020204020204" pitchFamily="34" charset="-122"/>
              </a:rPr>
              <a:t>确保数据读取、自动追踪、面积过滤、结果写入全部跑通。</a:t>
            </a:r>
            <a:endParaRPr lang="en-US" altLang="zh-CN" b="1" i="0">
              <a:effectLst/>
              <a:latin typeface="微软雅黑" panose="020B0503020204020204" pitchFamily="34" charset="-122"/>
              <a:ea typeface="微软雅黑" panose="020B0503020204020204" pitchFamily="34" charset="-122"/>
            </a:endParaRPr>
          </a:p>
          <a:p>
            <a:pPr algn="l">
              <a:lnSpc>
                <a:spcPct val="150000"/>
              </a:lnSpc>
            </a:pPr>
            <a:r>
              <a:rPr lang="en-US" altLang="zh-CN" b="1" i="0">
                <a:effectLst/>
                <a:latin typeface="微软雅黑" panose="020B0503020204020204" pitchFamily="34" charset="-122"/>
                <a:ea typeface="微软雅黑" panose="020B0503020204020204" pitchFamily="34" charset="-122"/>
              </a:rPr>
              <a:t>2</a:t>
            </a:r>
            <a:r>
              <a:rPr lang="zh-CN" altLang="en-US" b="1" i="0">
                <a:effectLst/>
                <a:latin typeface="微软雅黑" panose="020B0503020204020204" pitchFamily="34" charset="-122"/>
                <a:ea typeface="微软雅黑" panose="020B0503020204020204" pitchFamily="34" charset="-122"/>
              </a:rPr>
              <a:t>、结果稳定</a:t>
            </a:r>
            <a:endParaRPr lang="en-US" altLang="zh-CN" b="1" i="0">
              <a:effectLst/>
              <a:latin typeface="微软雅黑" panose="020B0503020204020204" pitchFamily="34" charset="-122"/>
              <a:ea typeface="微软雅黑" panose="020B0503020204020204" pitchFamily="34" charset="-122"/>
            </a:endParaRPr>
          </a:p>
          <a:p>
            <a:pPr algn="l">
              <a:lnSpc>
                <a:spcPct val="150000"/>
              </a:lnSpc>
            </a:pPr>
            <a:r>
              <a:rPr lang="zh-CN" altLang="en-US" b="1" i="0">
                <a:effectLst/>
                <a:latin typeface="微软雅黑" panose="020B0503020204020204" pitchFamily="34" charset="-122"/>
                <a:ea typeface="微软雅黑" panose="020B0503020204020204" pitchFamily="34" charset="-122"/>
              </a:rPr>
              <a:t>针对断层断续、交汇、短小片段等情况进行规则优化，避免错误连接。</a:t>
            </a:r>
            <a:endParaRPr lang="en-US" altLang="zh-CN" b="1" i="0">
              <a:effectLst/>
              <a:latin typeface="微软雅黑" panose="020B0503020204020204" pitchFamily="34" charset="-122"/>
              <a:ea typeface="微软雅黑" panose="020B0503020204020204" pitchFamily="34" charset="-122"/>
            </a:endParaRPr>
          </a:p>
          <a:p>
            <a:pPr algn="l">
              <a:lnSpc>
                <a:spcPct val="150000"/>
              </a:lnSpc>
            </a:pPr>
            <a:r>
              <a:rPr lang="en-US" altLang="zh-CN" b="1">
                <a:latin typeface="微软雅黑" panose="020B0503020204020204" pitchFamily="34" charset="-122"/>
                <a:ea typeface="微软雅黑" panose="020B0503020204020204" pitchFamily="34" charset="-122"/>
              </a:rPr>
              <a:t>3</a:t>
            </a:r>
            <a:r>
              <a:rPr lang="zh-CN" altLang="en-US" b="1">
                <a:latin typeface="微软雅黑" panose="020B0503020204020204" pitchFamily="34" charset="-122"/>
                <a:ea typeface="微软雅黑" panose="020B0503020204020204" pitchFamily="34" charset="-122"/>
              </a:rPr>
              <a:t>、性能可控</a:t>
            </a:r>
            <a:endParaRPr lang="en-US" altLang="zh-CN" b="1">
              <a:latin typeface="微软雅黑" panose="020B0503020204020204" pitchFamily="34" charset="-122"/>
              <a:ea typeface="微软雅黑" panose="020B0503020204020204" pitchFamily="34" charset="-122"/>
            </a:endParaRPr>
          </a:p>
          <a:p>
            <a:pPr algn="l">
              <a:lnSpc>
                <a:spcPct val="150000"/>
              </a:lnSpc>
            </a:pPr>
            <a:r>
              <a:rPr lang="zh-CN" altLang="en-US" b="1">
                <a:latin typeface="微软雅黑" panose="020B0503020204020204" pitchFamily="34" charset="-122"/>
                <a:ea typeface="微软雅黑" panose="020B0503020204020204" pitchFamily="34" charset="-122"/>
              </a:rPr>
              <a:t>减少重复遍历和无效计算，保证核心算法在规定时间内完成。</a:t>
            </a:r>
            <a:endParaRPr lang="en-US" altLang="zh-CN" b="1">
              <a:latin typeface="微软雅黑" panose="020B0503020204020204" pitchFamily="34" charset="-122"/>
              <a:ea typeface="微软雅黑" panose="020B0503020204020204" pitchFamily="34" charset="-122"/>
            </a:endParaRPr>
          </a:p>
          <a:p>
            <a:pPr algn="l">
              <a:lnSpc>
                <a:spcPct val="150000"/>
              </a:lnSpc>
            </a:pPr>
            <a:r>
              <a:rPr lang="en-US" altLang="zh-CN" b="1" i="0">
                <a:effectLst/>
                <a:latin typeface="微软雅黑" panose="020B0503020204020204" pitchFamily="34" charset="-122"/>
                <a:ea typeface="微软雅黑" panose="020B0503020204020204" pitchFamily="34" charset="-122"/>
              </a:rPr>
              <a:t>4. </a:t>
            </a:r>
            <a:r>
              <a:rPr lang="zh-CN" altLang="en-US" b="1" i="0">
                <a:effectLst/>
                <a:latin typeface="微软雅黑" panose="020B0503020204020204" pitchFamily="34" charset="-122"/>
                <a:ea typeface="微软雅黑" panose="020B0503020204020204" pitchFamily="34" charset="-122"/>
              </a:rPr>
              <a:t>展示清晰</a:t>
            </a:r>
            <a:endParaRPr lang="en-US" altLang="zh-CN" b="1" i="0">
              <a:effectLst/>
              <a:latin typeface="微软雅黑" panose="020B0503020204020204" pitchFamily="34" charset="-122"/>
              <a:ea typeface="微软雅黑" panose="020B0503020204020204" pitchFamily="34" charset="-122"/>
            </a:endParaRPr>
          </a:p>
          <a:p>
            <a:pPr algn="l">
              <a:lnSpc>
                <a:spcPct val="150000"/>
              </a:lnSpc>
            </a:pPr>
            <a:r>
              <a:rPr lang="zh-CN" altLang="en-US" b="1" i="0">
                <a:effectLst/>
                <a:latin typeface="微软雅黑" panose="020B0503020204020204" pitchFamily="34" charset="-122"/>
                <a:ea typeface="微软雅黑" panose="020B0503020204020204" pitchFamily="34" charset="-122"/>
              </a:rPr>
              <a:t>提供追踪前后对比图、面积统计结果和参数设置说明。</a:t>
            </a:r>
            <a:endParaRPr lang="en-US" altLang="zh-CN" b="1" i="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5407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40B20-21F6-EC55-05E1-D00778257625}"/>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73E0B07-801B-1EE7-2FFF-9DDBD25B6390}"/>
              </a:ext>
            </a:extLst>
          </p:cNvPr>
          <p:cNvSpPr>
            <a:spLocks noGrp="1"/>
          </p:cNvSpPr>
          <p:nvPr>
            <p:ph type="title"/>
          </p:nvPr>
        </p:nvSpPr>
        <p:spPr/>
        <p:txBody>
          <a:bodyPr/>
          <a:lstStyle/>
          <a:p>
            <a:r>
              <a:rPr lang="zh-CN" altLang="en-US"/>
              <a:t>亮点优化，体现作品差异化</a:t>
            </a:r>
          </a:p>
        </p:txBody>
      </p:sp>
      <p:sp>
        <p:nvSpPr>
          <p:cNvPr id="10" name="标题 1">
            <a:extLst>
              <a:ext uri="{FF2B5EF4-FFF2-40B4-BE49-F238E27FC236}">
                <a16:creationId xmlns:a16="http://schemas.microsoft.com/office/drawing/2014/main" id="{7A153163-5169-50B0-C867-08B3E13619D4}"/>
              </a:ext>
            </a:extLst>
          </p:cNvPr>
          <p:cNvSpPr txBox="1">
            <a:spLocks/>
          </p:cNvSpPr>
          <p:nvPr/>
        </p:nvSpPr>
        <p:spPr>
          <a:xfrm>
            <a:off x="231624" y="5577039"/>
            <a:ext cx="6023262" cy="882127"/>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600" b="1" kern="1200">
                <a:solidFill>
                  <a:schemeClr val="accent1"/>
                </a:solidFill>
                <a:latin typeface="+mj-lt"/>
                <a:ea typeface="+mj-ea"/>
                <a:cs typeface="+mj-cs"/>
              </a:defRPr>
            </a:lvl1pPr>
          </a:lstStyle>
          <a:p>
            <a:r>
              <a:rPr lang="zh-CN" altLang="en-US" sz="2400">
                <a:solidFill>
                  <a:srgbClr val="0070C0"/>
                </a:solidFill>
              </a:rPr>
              <a:t>这类设计未必直接影响核心算法得分，但能够增强作品的完整度、趣味性和展示记忆点。</a:t>
            </a:r>
          </a:p>
        </p:txBody>
      </p:sp>
      <p:sp>
        <p:nvSpPr>
          <p:cNvPr id="12" name="文本框 11">
            <a:extLst>
              <a:ext uri="{FF2B5EF4-FFF2-40B4-BE49-F238E27FC236}">
                <a16:creationId xmlns:a16="http://schemas.microsoft.com/office/drawing/2014/main" id="{2EDB3755-DF31-EC80-E47B-14221D15AEA5}"/>
              </a:ext>
            </a:extLst>
          </p:cNvPr>
          <p:cNvSpPr txBox="1"/>
          <p:nvPr/>
        </p:nvSpPr>
        <p:spPr>
          <a:xfrm>
            <a:off x="128892" y="1227521"/>
            <a:ext cx="6982028" cy="4198393"/>
          </a:xfrm>
          <a:prstGeom prst="rect">
            <a:avLst/>
          </a:prstGeom>
          <a:noFill/>
        </p:spPr>
        <p:txBody>
          <a:bodyPr wrap="square">
            <a:spAutoFit/>
          </a:bodyPr>
          <a:lstStyle/>
          <a:p>
            <a:pPr>
              <a:lnSpc>
                <a:spcPct val="150000"/>
              </a:lnSpc>
            </a:pPr>
            <a:r>
              <a:rPr lang="zh-CN" altLang="en-US" b="1">
                <a:latin typeface="微软雅黑" panose="020B0503020204020204" pitchFamily="34" charset="-122"/>
                <a:ea typeface="微软雅黑" panose="020B0503020204020204" pitchFamily="34" charset="-122"/>
              </a:rPr>
              <a:t>亮点优化：让评委记住你的作品</a:t>
            </a:r>
            <a:br>
              <a:rPr lang="zh-CN" altLang="en-US" b="1">
                <a:latin typeface="微软雅黑" panose="020B0503020204020204" pitchFamily="34" charset="-122"/>
                <a:ea typeface="微软雅黑" panose="020B0503020204020204" pitchFamily="34" charset="-122"/>
              </a:rPr>
            </a:br>
            <a:r>
              <a:rPr lang="en-US" altLang="zh-CN" b="1">
                <a:latin typeface="微软雅黑" panose="020B0503020204020204" pitchFamily="34" charset="-122"/>
                <a:ea typeface="微软雅黑" panose="020B0503020204020204" pitchFamily="34" charset="-122"/>
              </a:rPr>
              <a:t>1. </a:t>
            </a:r>
            <a:r>
              <a:rPr lang="zh-CN" altLang="en-US" b="1">
                <a:latin typeface="微软雅黑" panose="020B0503020204020204" pitchFamily="34" charset="-122"/>
                <a:ea typeface="微软雅黑" panose="020B0503020204020204" pitchFamily="34" charset="-122"/>
              </a:rPr>
              <a:t>可视化更直观</a:t>
            </a:r>
            <a:br>
              <a:rPr lang="zh-CN" altLang="en-US" b="1">
                <a:latin typeface="微软雅黑" panose="020B0503020204020204" pitchFamily="34" charset="-122"/>
                <a:ea typeface="微软雅黑" panose="020B0503020204020204" pitchFamily="34" charset="-122"/>
              </a:rPr>
            </a:br>
            <a:r>
              <a:rPr lang="zh-CN" altLang="en-US" b="1">
                <a:latin typeface="微软雅黑" panose="020B0503020204020204" pitchFamily="34" charset="-122"/>
                <a:ea typeface="微软雅黑" panose="020B0503020204020204" pitchFamily="34" charset="-122"/>
              </a:rPr>
              <a:t>加入追踪前后对比、断层编号、面积统计、参数调整效果展示。</a:t>
            </a:r>
            <a:br>
              <a:rPr lang="zh-CN" altLang="en-US" b="1">
                <a:latin typeface="微软雅黑" panose="020B0503020204020204" pitchFamily="34" charset="-122"/>
                <a:ea typeface="微软雅黑" panose="020B0503020204020204" pitchFamily="34" charset="-122"/>
              </a:rPr>
            </a:br>
            <a:r>
              <a:rPr lang="en-US" altLang="zh-CN" b="1">
                <a:latin typeface="微软雅黑" panose="020B0503020204020204" pitchFamily="34" charset="-122"/>
                <a:ea typeface="微软雅黑" panose="020B0503020204020204" pitchFamily="34" charset="-122"/>
              </a:rPr>
              <a:t>2. </a:t>
            </a:r>
            <a:r>
              <a:rPr lang="zh-CN" altLang="en-US" b="1">
                <a:latin typeface="微软雅黑" panose="020B0503020204020204" pitchFamily="34" charset="-122"/>
                <a:ea typeface="微软雅黑" panose="020B0503020204020204" pitchFamily="34" charset="-122"/>
              </a:rPr>
              <a:t>交互体验更完整</a:t>
            </a:r>
            <a:br>
              <a:rPr lang="zh-CN" altLang="en-US" b="1">
                <a:latin typeface="微软雅黑" panose="020B0503020204020204" pitchFamily="34" charset="-122"/>
                <a:ea typeface="微软雅黑" panose="020B0503020204020204" pitchFamily="34" charset="-122"/>
              </a:rPr>
            </a:br>
            <a:r>
              <a:rPr lang="zh-CN" altLang="en-US" b="1">
                <a:latin typeface="微软雅黑" panose="020B0503020204020204" pitchFamily="34" charset="-122"/>
                <a:ea typeface="微软雅黑" panose="020B0503020204020204" pitchFamily="34" charset="-122"/>
              </a:rPr>
              <a:t>支持阈值调节、结果预览、一键导出、错误提示等功能。</a:t>
            </a:r>
            <a:br>
              <a:rPr lang="zh-CN" altLang="en-US" b="1">
                <a:latin typeface="微软雅黑" panose="020B0503020204020204" pitchFamily="34" charset="-122"/>
                <a:ea typeface="微软雅黑" panose="020B0503020204020204" pitchFamily="34" charset="-122"/>
              </a:rPr>
            </a:br>
            <a:r>
              <a:rPr lang="en-US" altLang="zh-CN" b="1">
                <a:latin typeface="微软雅黑" panose="020B0503020204020204" pitchFamily="34" charset="-122"/>
                <a:ea typeface="微软雅黑" panose="020B0503020204020204" pitchFamily="34" charset="-122"/>
              </a:rPr>
              <a:t>3. </a:t>
            </a:r>
            <a:r>
              <a:rPr lang="zh-CN" altLang="en-US" b="1">
                <a:latin typeface="微软雅黑" panose="020B0503020204020204" pitchFamily="34" charset="-122"/>
                <a:ea typeface="微软雅黑" panose="020B0503020204020204" pitchFamily="34" charset="-122"/>
              </a:rPr>
              <a:t>工程适配更充分</a:t>
            </a:r>
            <a:br>
              <a:rPr lang="zh-CN" altLang="en-US" b="1">
                <a:latin typeface="微软雅黑" panose="020B0503020204020204" pitchFamily="34" charset="-122"/>
                <a:ea typeface="微软雅黑" panose="020B0503020204020204" pitchFamily="34" charset="-122"/>
              </a:rPr>
            </a:br>
            <a:r>
              <a:rPr lang="zh-CN" altLang="en-US" b="1">
                <a:latin typeface="微软雅黑" panose="020B0503020204020204" pitchFamily="34" charset="-122"/>
                <a:ea typeface="微软雅黑" panose="020B0503020204020204" pitchFamily="34" charset="-122"/>
              </a:rPr>
              <a:t>与 </a:t>
            </a:r>
            <a:r>
              <a:rPr lang="en-US" altLang="zh-CN" b="1">
                <a:latin typeface="微软雅黑" panose="020B0503020204020204" pitchFamily="34" charset="-122"/>
                <a:ea typeface="微软雅黑" panose="020B0503020204020204" pitchFamily="34" charset="-122"/>
              </a:rPr>
              <a:t>GeoEast </a:t>
            </a:r>
            <a:r>
              <a:rPr lang="zh-CN" altLang="en-US" b="1">
                <a:latin typeface="微软雅黑" panose="020B0503020204020204" pitchFamily="34" charset="-122"/>
                <a:ea typeface="微软雅黑" panose="020B0503020204020204" pitchFamily="34" charset="-122"/>
              </a:rPr>
              <a:t>数据库读写流程衔接清楚，减少评委测试成本。</a:t>
            </a:r>
            <a:br>
              <a:rPr lang="zh-CN" altLang="en-US" b="1">
                <a:latin typeface="微软雅黑" panose="020B0503020204020204" pitchFamily="34" charset="-122"/>
                <a:ea typeface="微软雅黑" panose="020B0503020204020204" pitchFamily="34" charset="-122"/>
              </a:rPr>
            </a:br>
            <a:r>
              <a:rPr lang="en-US" altLang="zh-CN" b="1">
                <a:latin typeface="微软雅黑" panose="020B0503020204020204" pitchFamily="34" charset="-122"/>
                <a:ea typeface="微软雅黑" panose="020B0503020204020204" pitchFamily="34" charset="-122"/>
              </a:rPr>
              <a:t>4. </a:t>
            </a:r>
            <a:r>
              <a:rPr lang="zh-CN" altLang="en-US" b="1">
                <a:latin typeface="微软雅黑" panose="020B0503020204020204" pitchFamily="34" charset="-122"/>
                <a:ea typeface="微软雅黑" panose="020B0503020204020204" pitchFamily="34" charset="-122"/>
              </a:rPr>
              <a:t>创意功能增强记忆点</a:t>
            </a:r>
            <a:br>
              <a:rPr lang="zh-CN" altLang="en-US" b="1">
                <a:latin typeface="微软雅黑" panose="020B0503020204020204" pitchFamily="34" charset="-122"/>
                <a:ea typeface="微软雅黑" panose="020B0503020204020204" pitchFamily="34" charset="-122"/>
              </a:rPr>
            </a:br>
            <a:r>
              <a:rPr lang="zh-CN" altLang="en-US" b="1">
                <a:latin typeface="微软雅黑" panose="020B0503020204020204" pitchFamily="34" charset="-122"/>
                <a:ea typeface="微软雅黑" panose="020B0503020204020204" pitchFamily="34" charset="-122"/>
              </a:rPr>
              <a:t>例如加入 </a:t>
            </a:r>
            <a:r>
              <a:rPr lang="en-US" altLang="zh-CN" b="1">
                <a:latin typeface="微软雅黑" panose="020B0503020204020204" pitchFamily="34" charset="-122"/>
                <a:ea typeface="微软雅黑" panose="020B0503020204020204" pitchFamily="34" charset="-122"/>
              </a:rPr>
              <a:t>AI </a:t>
            </a:r>
            <a:r>
              <a:rPr lang="zh-CN" altLang="en-US" b="1">
                <a:latin typeface="微软雅黑" panose="020B0503020204020204" pitchFamily="34" charset="-122"/>
                <a:ea typeface="微软雅黑" panose="020B0503020204020204" pitchFamily="34" charset="-122"/>
              </a:rPr>
              <a:t>助手，帮助解释算法流程、生成操作提示，甚至在展示环节加入趣味互动。</a:t>
            </a:r>
          </a:p>
        </p:txBody>
      </p:sp>
      <p:sp>
        <p:nvSpPr>
          <p:cNvPr id="14" name="文本框 13">
            <a:extLst>
              <a:ext uri="{FF2B5EF4-FFF2-40B4-BE49-F238E27FC236}">
                <a16:creationId xmlns:a16="http://schemas.microsoft.com/office/drawing/2014/main" id="{E7370CC9-D95A-C26C-AFAB-0F819BB3969F}"/>
              </a:ext>
            </a:extLst>
          </p:cNvPr>
          <p:cNvSpPr txBox="1"/>
          <p:nvPr/>
        </p:nvSpPr>
        <p:spPr>
          <a:xfrm>
            <a:off x="7340330" y="1756960"/>
            <a:ext cx="4851670" cy="2951898"/>
          </a:xfrm>
          <a:prstGeom prst="rect">
            <a:avLst/>
          </a:prstGeom>
          <a:noFill/>
        </p:spPr>
        <p:txBody>
          <a:bodyPr wrap="square">
            <a:spAutoFit/>
          </a:bodyPr>
          <a:lstStyle/>
          <a:p>
            <a:pPr>
              <a:lnSpc>
                <a:spcPct val="150000"/>
              </a:lnSpc>
            </a:pPr>
            <a:r>
              <a:rPr lang="zh-CN" altLang="en-US" b="1">
                <a:solidFill>
                  <a:srgbClr val="FF0000"/>
                </a:solidFill>
                <a:latin typeface="微软雅黑" panose="020B0503020204020204" pitchFamily="34" charset="-122"/>
                <a:ea typeface="微软雅黑" panose="020B0503020204020204" pitchFamily="34" charset="-122"/>
              </a:rPr>
              <a:t>案例：创意功能带来的展示加分</a:t>
            </a:r>
          </a:p>
          <a:p>
            <a:pPr>
              <a:lnSpc>
                <a:spcPct val="150000"/>
              </a:lnSpc>
            </a:pPr>
            <a:r>
              <a:rPr lang="zh-CN" altLang="en-US" b="1">
                <a:solidFill>
                  <a:srgbClr val="FF0000"/>
                </a:solidFill>
                <a:latin typeface="微软雅黑" panose="020B0503020204020204" pitchFamily="34" charset="-122"/>
                <a:ea typeface="微软雅黑" panose="020B0503020204020204" pitchFamily="34" charset="-122"/>
              </a:rPr>
              <a:t>曾有参赛小组在系统中加入 AI 助手，</a:t>
            </a:r>
          </a:p>
          <a:p>
            <a:pPr>
              <a:lnSpc>
                <a:spcPct val="150000"/>
              </a:lnSpc>
            </a:pPr>
            <a:r>
              <a:rPr lang="zh-CN" altLang="en-US" b="1">
                <a:solidFill>
                  <a:srgbClr val="FF0000"/>
                </a:solidFill>
                <a:latin typeface="微软雅黑" panose="020B0503020204020204" pitchFamily="34" charset="-122"/>
                <a:ea typeface="微软雅黑" panose="020B0503020204020204" pitchFamily="34" charset="-122"/>
              </a:rPr>
              <a:t>不仅可以进行简单问答，还在展示时为评委组生成了一首诗。</a:t>
            </a:r>
          </a:p>
          <a:p>
            <a:pPr>
              <a:lnSpc>
                <a:spcPct val="150000"/>
              </a:lnSpc>
            </a:pPr>
            <a:r>
              <a:rPr lang="zh-CN" altLang="en-US" b="1">
                <a:solidFill>
                  <a:srgbClr val="FF0000"/>
                </a:solidFill>
                <a:latin typeface="微软雅黑" panose="020B0503020204020204" pitchFamily="34" charset="-122"/>
                <a:ea typeface="微软雅黑" panose="020B0503020204020204" pitchFamily="34" charset="-122"/>
              </a:rPr>
              <a:t>虽然该功能不属于核心算法模块，</a:t>
            </a:r>
          </a:p>
          <a:p>
            <a:pPr>
              <a:lnSpc>
                <a:spcPct val="150000"/>
              </a:lnSpc>
            </a:pPr>
            <a:r>
              <a:rPr lang="zh-CN" altLang="en-US" b="1">
                <a:solidFill>
                  <a:srgbClr val="FF0000"/>
                </a:solidFill>
                <a:latin typeface="微软雅黑" panose="020B0503020204020204" pitchFamily="34" charset="-122"/>
                <a:ea typeface="微软雅黑" panose="020B0503020204020204" pitchFamily="34" charset="-122"/>
              </a:rPr>
              <a:t>但增强了作品的趣味性和记忆点，</a:t>
            </a:r>
          </a:p>
          <a:p>
            <a:pPr>
              <a:lnSpc>
                <a:spcPct val="150000"/>
              </a:lnSpc>
            </a:pPr>
            <a:r>
              <a:rPr lang="zh-CN" altLang="en-US" b="1">
                <a:solidFill>
                  <a:srgbClr val="FF0000"/>
                </a:solidFill>
                <a:latin typeface="微软雅黑" panose="020B0503020204020204" pitchFamily="34" charset="-122"/>
                <a:ea typeface="微软雅黑" panose="020B0503020204020204" pitchFamily="34" charset="-122"/>
              </a:rPr>
              <a:t>让评委对作品留下了更深印象。</a:t>
            </a:r>
          </a:p>
        </p:txBody>
      </p:sp>
    </p:spTree>
    <p:extLst>
      <p:ext uri="{BB962C8B-B14F-4D97-AF65-F5344CB8AC3E}">
        <p14:creationId xmlns:p14="http://schemas.microsoft.com/office/powerpoint/2010/main" val="3744838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p:txBody>
          <a:bodyPr/>
          <a:lstStyle/>
          <a:p>
            <a:r>
              <a:rPr lang="en-US" altLang="zh-CN"/>
              <a:t>04</a:t>
            </a:r>
            <a:endParaRPr lang="zh-CN" altLang="en-US" dirty="0"/>
          </a:p>
        </p:txBody>
      </p:sp>
      <p:sp>
        <p:nvSpPr>
          <p:cNvPr id="4" name="标题 3"/>
          <p:cNvSpPr>
            <a:spLocks noGrp="1"/>
          </p:cNvSpPr>
          <p:nvPr>
            <p:ph type="title"/>
          </p:nvPr>
        </p:nvSpPr>
        <p:spPr>
          <a:xfrm>
            <a:off x="1842551" y="3689995"/>
            <a:ext cx="5096633" cy="552357"/>
          </a:xfrm>
        </p:spPr>
        <p:txBody>
          <a:bodyPr/>
          <a:lstStyle/>
          <a:p>
            <a:r>
              <a:rPr lang="zh-CN" altLang="en-US"/>
              <a:t>补充说明</a:t>
            </a:r>
            <a:endParaRPr lang="zh-CN" altLang="en-US" dirty="0"/>
          </a:p>
        </p:txBody>
      </p:sp>
      <p:sp>
        <p:nvSpPr>
          <p:cNvPr id="8" name="矩形 7"/>
          <p:cNvSpPr/>
          <p:nvPr/>
        </p:nvSpPr>
        <p:spPr>
          <a:xfrm>
            <a:off x="875031"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07696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C706670D-3496-EF1A-6FB5-7D727372602A}"/>
              </a:ext>
            </a:extLst>
          </p:cNvPr>
          <p:cNvSpPr/>
          <p:nvPr/>
        </p:nvSpPr>
        <p:spPr>
          <a:xfrm>
            <a:off x="127869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D9691BF4-0F67-81F8-57DB-7047C37ADCEB}"/>
              </a:ext>
            </a:extLst>
          </p:cNvPr>
          <p:cNvSpPr/>
          <p:nvPr/>
        </p:nvSpPr>
        <p:spPr>
          <a:xfrm>
            <a:off x="673101" y="6004614"/>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ACBBB-3621-6E6F-140D-192D4B4DBEE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648A8772-3233-9441-BF3D-07046EE16D8F}"/>
              </a:ext>
            </a:extLst>
          </p:cNvPr>
          <p:cNvSpPr>
            <a:spLocks noGrp="1"/>
          </p:cNvSpPr>
          <p:nvPr>
            <p:ph type="title"/>
          </p:nvPr>
        </p:nvSpPr>
        <p:spPr/>
        <p:txBody>
          <a:bodyPr/>
          <a:lstStyle/>
          <a:p>
            <a:r>
              <a:rPr lang="zh-CN" altLang="en-US"/>
              <a:t>补充说明</a:t>
            </a:r>
          </a:p>
        </p:txBody>
      </p:sp>
      <p:pic>
        <p:nvPicPr>
          <p:cNvPr id="16" name="图片 15">
            <a:extLst>
              <a:ext uri="{FF2B5EF4-FFF2-40B4-BE49-F238E27FC236}">
                <a16:creationId xmlns:a16="http://schemas.microsoft.com/office/drawing/2014/main" id="{7DAB373B-92AE-02A8-7743-81B1F06547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403" y="1167317"/>
            <a:ext cx="6822333" cy="5116750"/>
          </a:xfrm>
          <a:prstGeom prst="rect">
            <a:avLst/>
          </a:prstGeom>
        </p:spPr>
      </p:pic>
      <p:sp>
        <p:nvSpPr>
          <p:cNvPr id="2" name="文本框 1">
            <a:extLst>
              <a:ext uri="{FF2B5EF4-FFF2-40B4-BE49-F238E27FC236}">
                <a16:creationId xmlns:a16="http://schemas.microsoft.com/office/drawing/2014/main" id="{E3F7CC6B-9734-AA11-80E2-6F9FD9BA6152}"/>
              </a:ext>
            </a:extLst>
          </p:cNvPr>
          <p:cNvSpPr txBox="1"/>
          <p:nvPr/>
        </p:nvSpPr>
        <p:spPr>
          <a:xfrm>
            <a:off x="7141945" y="1968665"/>
            <a:ext cx="5197642" cy="2536400"/>
          </a:xfrm>
          <a:prstGeom prst="rect">
            <a:avLst/>
          </a:prstGeom>
          <a:noFill/>
        </p:spPr>
        <p:txBody>
          <a:bodyPr wrap="square">
            <a:spAutoFit/>
          </a:bodyPr>
          <a:lstStyle/>
          <a:p>
            <a:pPr>
              <a:lnSpc>
                <a:spcPct val="150000"/>
              </a:lnSpc>
            </a:pPr>
            <a:r>
              <a:rPr lang="en-US" altLang="zh-CN" b="1">
                <a:latin typeface="微软雅黑" panose="020B0503020204020204" pitchFamily="34" charset="-122"/>
                <a:ea typeface="微软雅黑" panose="020B0503020204020204" pitchFamily="34" charset="-122"/>
              </a:rPr>
              <a:t>1</a:t>
            </a:r>
            <a:r>
              <a:rPr lang="zh-CN" altLang="en-US" b="1">
                <a:latin typeface="微软雅黑" panose="020B0503020204020204" pitchFamily="34" charset="-122"/>
                <a:ea typeface="微软雅黑" panose="020B0503020204020204" pitchFamily="34" charset="-122"/>
              </a:rPr>
              <a:t>、可借助</a:t>
            </a:r>
            <a:r>
              <a:rPr lang="en-US" altLang="zh-CN" b="1">
                <a:latin typeface="微软雅黑" panose="020B0503020204020204" pitchFamily="34" charset="-122"/>
                <a:ea typeface="微软雅黑" panose="020B0503020204020204" pitchFamily="34" charset="-122"/>
              </a:rPr>
              <a:t>AI</a:t>
            </a:r>
            <a:r>
              <a:rPr lang="zh-CN" altLang="en-US" b="1">
                <a:latin typeface="微软雅黑" panose="020B0503020204020204" pitchFamily="34" charset="-122"/>
                <a:ea typeface="微软雅黑" panose="020B0503020204020204" pitchFamily="34" charset="-122"/>
              </a:rPr>
              <a:t>生成界面框架图，为自己提供灵感</a:t>
            </a:r>
            <a:endParaRPr lang="en-US" altLang="zh-CN" b="1">
              <a:latin typeface="微软雅黑" panose="020B0503020204020204" pitchFamily="34" charset="-122"/>
              <a:ea typeface="微软雅黑" panose="020B0503020204020204" pitchFamily="34" charset="-122"/>
            </a:endParaRPr>
          </a:p>
          <a:p>
            <a:pPr>
              <a:lnSpc>
                <a:spcPct val="150000"/>
              </a:lnSpc>
            </a:pPr>
            <a:r>
              <a:rPr lang="en-US" altLang="zh-CN" b="1">
                <a:latin typeface="微软雅黑" panose="020B0503020204020204" pitchFamily="34" charset="-122"/>
                <a:ea typeface="微软雅黑" panose="020B0503020204020204" pitchFamily="34" charset="-122"/>
              </a:rPr>
              <a:t>2</a:t>
            </a:r>
            <a:r>
              <a:rPr lang="zh-CN" altLang="en-US" b="1">
                <a:latin typeface="微软雅黑" panose="020B0503020204020204" pitchFamily="34" charset="-122"/>
                <a:ea typeface="微软雅黑" panose="020B0503020204020204" pitchFamily="34" charset="-122"/>
              </a:rPr>
              <a:t>、题目如需进行界面集成，如果界面框架编程语言为</a:t>
            </a:r>
            <a:r>
              <a:rPr lang="en-US" altLang="zh-CN" b="1">
                <a:latin typeface="微软雅黑" panose="020B0503020204020204" pitchFamily="34" charset="-122"/>
                <a:ea typeface="微软雅黑" panose="020B0503020204020204" pitchFamily="34" charset="-122"/>
              </a:rPr>
              <a:t>python</a:t>
            </a:r>
            <a:r>
              <a:rPr lang="zh-CN" altLang="en-US" b="1">
                <a:latin typeface="微软雅黑" panose="020B0503020204020204" pitchFamily="34" charset="-122"/>
                <a:ea typeface="微软雅黑" panose="020B0503020204020204" pitchFamily="34" charset="-122"/>
              </a:rPr>
              <a:t>（例如</a:t>
            </a:r>
            <a:r>
              <a:rPr lang="en-US" altLang="zh-CN" b="1">
                <a:latin typeface="微软雅黑" panose="020B0503020204020204" pitchFamily="34" charset="-122"/>
                <a:ea typeface="微软雅黑" panose="020B0503020204020204" pitchFamily="34" charset="-122"/>
              </a:rPr>
              <a:t>pyqt\pyside</a:t>
            </a:r>
            <a:r>
              <a:rPr lang="zh-CN" altLang="en-US" b="1">
                <a:latin typeface="微软雅黑" panose="020B0503020204020204" pitchFamily="34" charset="-122"/>
                <a:ea typeface="微软雅黑" panose="020B0503020204020204" pitchFamily="34" charset="-122"/>
              </a:rPr>
              <a:t>等框架）可以直接使用</a:t>
            </a:r>
            <a:r>
              <a:rPr lang="en-US" altLang="zh-CN" b="1">
                <a:latin typeface="微软雅黑" panose="020B0503020204020204" pitchFamily="34" charset="-122"/>
                <a:ea typeface="微软雅黑" panose="020B0503020204020204" pitchFamily="34" charset="-122"/>
              </a:rPr>
              <a:t>pyinstall –F main.py</a:t>
            </a:r>
            <a:r>
              <a:rPr lang="zh-CN" altLang="en-US" b="1">
                <a:latin typeface="微软雅黑" panose="020B0503020204020204" pitchFamily="34" charset="-122"/>
                <a:ea typeface="微软雅黑" panose="020B0503020204020204" pitchFamily="34" charset="-122"/>
              </a:rPr>
              <a:t>打包为可执行文件、在</a:t>
            </a:r>
            <a:r>
              <a:rPr lang="en-US" altLang="zh-CN" b="1">
                <a:latin typeface="微软雅黑" panose="020B0503020204020204" pitchFamily="34" charset="-122"/>
                <a:ea typeface="微软雅黑" panose="020B0503020204020204" pitchFamily="34" charset="-122"/>
              </a:rPr>
              <a:t>geoeast</a:t>
            </a:r>
            <a:r>
              <a:rPr lang="zh-CN" altLang="en-US" b="1">
                <a:latin typeface="微软雅黑" panose="020B0503020204020204" pitchFamily="34" charset="-122"/>
                <a:ea typeface="微软雅黑" panose="020B0503020204020204" pitchFamily="34" charset="-122"/>
              </a:rPr>
              <a:t>虚拟机中拓展菜单进行集成，但是数据获取等内容需要各位同学根据教程学习。</a:t>
            </a:r>
          </a:p>
        </p:txBody>
      </p:sp>
    </p:spTree>
    <p:extLst>
      <p:ext uri="{BB962C8B-B14F-4D97-AF65-F5344CB8AC3E}">
        <p14:creationId xmlns:p14="http://schemas.microsoft.com/office/powerpoint/2010/main" val="1181477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谢谢大家</a:t>
            </a:r>
            <a:r>
              <a:rPr lang="en-US" altLang="zh-CN"/>
              <a:t>!</a:t>
            </a:r>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HeaderHeight&quot;:15.0,&quot;FooterHeight&quot;:9.0,&quot;SideMargin&quot;:5.5,&quot;TopMargin&quot;:0.0,&quot;BottomMargin&quot;:0.0,&quot;IntervalMargin&quot;:1.5,&quot;SettingType&quot;:&quot;System&quot;}"/>
  <p:tag name="COMMONDATA" val="eyJoZGlkIjoiZjhkZmQ0ZTQ0MDBkY2U1MGUxZWUxNDNhMmRiMDYwYWQ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UPC专属模板配色方案">
      <a:dk1>
        <a:srgbClr val="000000"/>
      </a:dk1>
      <a:lt1>
        <a:srgbClr val="FFFFFF"/>
      </a:lt1>
      <a:dk2>
        <a:srgbClr val="768395"/>
      </a:dk2>
      <a:lt2>
        <a:srgbClr val="F0F0F0"/>
      </a:lt2>
      <a:accent1>
        <a:srgbClr val="003778"/>
      </a:accent1>
      <a:accent2>
        <a:srgbClr val="D00746"/>
      </a:accent2>
      <a:accent3>
        <a:srgbClr val="FEA200"/>
      </a:accent3>
      <a:accent4>
        <a:srgbClr val="14BAB0"/>
      </a:accent4>
      <a:accent5>
        <a:srgbClr val="CFDC2A"/>
      </a:accent5>
      <a:accent6>
        <a:srgbClr val="73B1C8"/>
      </a:accent6>
      <a:hlink>
        <a:srgbClr val="4472C4"/>
      </a:hlink>
      <a:folHlink>
        <a:srgbClr val="BFBFBF"/>
      </a:folHlink>
    </a:clrScheme>
    <a:fontScheme name="UPC专属模板字体方案">
      <a:majorFont>
        <a:latin typeface="Segoe UI"/>
        <a:ea typeface="微软雅黑"/>
        <a:cs typeface=""/>
      </a:majorFont>
      <a:minorFont>
        <a:latin typeface="Segoe U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30000"/>
          </a:lnSpc>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customData xmlns="http://www.wps.cn/officeDocument/2013/wpsCustomData" xmlns:s="http://www.wps.cn/officeDocument/2013/wpsCustomData">
  <extobjs>
    <extobj name="ECB019B1-382A-4266-B25C-5B523AA43C14-1">
      <extobjdata type="ECB019B1-382A-4266-B25C-5B523AA43C14" data="ewoJIkZpbGVJZCIgOiAiMjYyMTc1ODU0NTQ2IiwKCSJHcm91cElkIiA6ICI2MTA2MjQyNDAiLAoJIkltYWdlIiA6ICJpVkJPUncwS0dnb0FBQUFOU1VoRVVnQUFBWUFBQUFDRUNBWUFBQUNaSWZ3ZEFBQUFDWEJJV1hNQUFBc1RBQUFMRXdFQW1wd1lBQUFRbUVsRVFWUjRuTzNkZTFSVTVmN0g4ZmNldVk0Mlhnb1V3cFNVcGYzc3NoakxTMWtwWkhrc3FsK3BwV1dYazJtbFJRVXVTMTJMaWpwYVFlVzlpNWN1YUZxS1doMHQ4NUtyN0djWFJFVmQycEpBUTRXQnNJUUFnWm45KzRQRHpvbGJlaVRTK2J6K1l2YnN2ZWU3QjNpKzh6elA5NWtOSWlJaUlpSWlJaUlpSWlJaUlpSWlJaUlpSWlJaUlpSWlJaUlpSWlJaUlpSWlJaUlpSWlJaUlpSWlJaUlpSWlJaUlpSWlJaUlpSWlJaUlpSWlJaUlpSWlJaUlpSWlJaUlpSWlJaUlpSWlJaUlpSWlJaUlpSWlJaUlpSWlJaUlpSWlJaUlpSWlJaUlpSWlJaUlpSWlJaUlpSWlJaUlpSWlJaUlpSWlJaUlpSWlJaUlpSWlJaUlpSWlJaUl1TGpqSllPUUZxZTArbmNBTVMwZEJ4eTVqSk44OXZNek15K0xSMkhuQnhiU3djZ2Z3dHEvT1cvWWhoR241YU9RVTZlWDBzSElIOGZHUmtaTFIyQ25JRjY5KzdkMGlISUtWSVBRRVRFUnlrQmlJajRLQ1VBRVJFZnBRUWdJdUtqbEFCRVJIeVVFb0NJaUk5U0FoQVI4VkZLQUNJaVBrb0pRRVRFUnlrQmlJajRLQ1VBRVJFZnBRUWdJdUtqbEFCRVJIeVVFb0NJaUk5U0FoQVI4VkZLQUNJaVBrb0pRRVRFUnlrQlNMTkpUMC9uN2JmZjVzaVJJeWQ5ck1maklUYzN0ODcyN094czl1elowK1R4eDQ0ZHd6Uk42M0Z1Ymk2NXVibFVWVlUxZXR5V0xWdjQrZWVmVHpyZWs1R1RrME4yZHJaWGJQVTVlUEFnbjN6eUNSOTg4RUdqNS9ONFBCUVhGN04vLzM2T0hUdDJPa09WczV4dUNTbk40dE5QUCtXRkYxN0F6ODhQbTgyR24xL05uOXFGRjE1SWFXa3BwYVdsZFk2NTlkWmJyWi9UMHRLWU1XTUdpWW1KakJ3NTB0cis1Sk5Qa3BlWFo5MitjdS9ldlRnY0RzTER3NzNPOWRSVFQ1R2JtMHRTVWhKOSsvYmw5dHR2QjJERmloVjA3ZHExM3Bqbno1L1B2SG56Nk4yN042Ky8vam9BdzRZTmEvUTYwOVBUZ1ladmkzalpaWmV4Y09GQ3IyMmpSNCttdkx5Y2pJd00xcTFieDVRcFU3anR0dHVZT0hHaTlUNEJIRDE2bEdlZWVZYmc0R0NHRHgrT1lSaGU1M244OGNmWnNXTUhKU1VsVnJLTGo0L25oeDkrWU8zYXRRM0dyRnQvU2kwbGdMTklkSFIwTEZDZG1abTVCYWh1cVRoMjc5NU5jbkl5QU5YVjFjeVlNY042N3FhYmJpSXJLNHNEQnc3VU9hNDJBZXpidDQ5NTgrWVJGaGFHMCtsazdOaXhqQmt6aGo1OWZyL3ZlSFoyTm0rOTlSYnIxNjhuTWpLU1JZc1cwYVpORzZEbWsvTzMzMzZMeldZak1qS3l3VGpMeXNxdzIrM1c0eUZEaHJCZ3dRSXlNako0NDQwM0dEdDJiTDF4TnNSbXM5RzVjMmNBM0c0M2VYbDVYdGQ5NU1pUk9vMXZseTVkYU5ldUhjdVhMK2Y0OGVOOC9QSEg5Y1o1K2VXWGUyM0x5TWdnSUNDQTMzNzd6V3I4dTNidHlxKy8vbXJ0RXhvYVNuQndzUFg0NE1HRFhyMGlhUjVPcDNOQ1ZWWFZtcXlzckI5Yk9wYW1LQUdjWGY1aEdFWkNkSFIwTWJBTVNDOHBLZmx5Ly83OXgvL0tJTUxDd3VqWXNTUDMzSE1QQXdjT0pEWTJsdlBQUDUrbFM1Y0NjUGZkZHdOWVF4dFBQUEVFaHc0ZEFpQS9QNStFaEFTcXE2dEpUazZtZmZ2MjdObXpoNlNrSksraGtEdnV1QVBUTkxud3dndTU0NDQ3OFBmM3Q1NWJ1SEFocG1rU0d4dExhR2hvdlRHdVhidVdsMTU2aWFTa0pBWU9IQWhBUkVRRW8wZVA1dTIzMytiNGNlKzM3TVNHMisxMmV5V2pXbmE3M2VvUkZCUVVNSFRvMENiZnF4NDlldkRtbTIrU2tKREFmZmZkeDg2ZE93RW9MaTZtcEtRRWdKQ1FFSzlFVld2NjlPblliRFlydWF4WXNRS0FxVk9uQWpCcDBpVHIyZ0FHREJoQWVYbDVrekhKZjIyV3Y3Ly9MS2ZUbVdtYTV1THE2dXAvWjJWbDdXM3BvT3FqQkhBV01neWpBL0F3OExERDRUZ1dIUjI5M0RUTkZTNlg2NHZEaHcrWE5mZnJMMXk0a0FNSERwQ2NuR3oxQkE0ZE9zVFZWMThOMUh6cUJlaldyUnVBMTdESHJGbXpPSExrQ0laaE1HN2NPTnh1TndEbDVlV2twS1JZK3cwZE9wUmJiNzJWb3FJaWNuSnlLQzB0SlRBd2tKeWNITmFzV1FQOG5taithT1BHalNRbEplRjJ1NWsvZno0REJneXdZcmovL3ZzWlBIZ3dVVkZSMW1zM043dmR6b2NmZmtpclZxMUlUMDhuUHovZml0M3BkREo3OW15Ky8vNTdac3lZd2NzdnYyeTlmelpiNDFONEw3NzRJak5uenJRZVYxUlVOTjlGU0gyaURjT0k5dmYzVDRtT2p0NWptbWFhMiszK0pDc3JLNnVsQTZ1bEJIRDJjeGlHOFUvRE1QN1pxVk9uM3pwMTZyVEs0L0VzTHk4djM3QnYzNzZTNW5qQkcyNjRnZTdkdTJPYUptKzg4UWFGaFlVQXhNVEVjTlZWVi9IdXUrOEM4T3FycndJMVk5MjFCZzhlVEZGUkVlM2F0Y1BoY05DMmJWdmF0bTNMcGsyYk9PKzg4Nno5eG80ZFMzaDRPRTgvL1RUcjE2K25aOCtlWEh2dHRVeWZQdDFxdUUvY3Y5WkhIMzNFZSsrOWg4ZmpJU29xaXRtelorUG41MmZOT2RUNjdydnZUdnE2UzB0TEc1d0xhTWp5NWN0SlNVa2hNVEdSWWNPRzRYSzVHRDkrUEVlUEhxVjM3OTY4OXRwcitQbjVzVzdkT3JLenMzbmtrVWRZdUhBaEhUdDJaT1RJa2Z6d3d3L1d1WHIzN2sxc2JDd0JBUUVBdUZ5dWs3NEdhUjZHWWZ5UFlSai9zdGxzLzNJNm5kbEFHdkR4dG0zYnRnRXROaTUzeGljQXA5T3BRYzAvcnpWd2w4MW11NnQxNjlZVjBkSFJuNWltMlhpSnlTbTQ1SkpMc052dHBLYW1VbGhZU09mT25Ra0xDMlBUcGsxY2ZQSEYxbjVwYVdsMWpoMDRjQ0NMRmkwaVB6K2YvUHg4citjZWZmUlJpb3FLeU12TDQ1WmJickcyT3h3T3JyamlDcFl0VzhiMzMzL2ZhR3p2dlBPT0ZlUE1tVE54T0J3QW1LYUp4K001NVd1dS9WVCtSMkZoWVkwZVYxRlJnY2ZqWWRxMGFiamRiaFl2WG13TmgrM2R1NWZZMkZncUt5dXQvZlB6ODNuMDBVZFpzR0FCNGVIaGxKYVdjdmp3WVN1R2tKQVFKazZjeVBQUFAzL0sxM0txOUwvNHAzVURrb0FrcDlQNTAzOTZCaC90M0xuelcrRFUvd2hQd1JtZkFPVFVtS1pwKzg5UVVhZlRmZTVQUC8yVUtWT21BQkFaR2NtTUdUUG8wS0VENDhhTkl6UTAxQm9uYjhpdVhic0lDQWl3cW5WeWMzT3RSdkN1dSs0Q3dOL2ZIOU0wT2VlY2M0aUxpOE51dHpOdjNyeDZ6MWRVVk9UMU9EWTJsdVRrWkFJREE2MXRvMGVQWnZUbzBRMStnci90dHRzYWpUazlQUjNUTk9uVHB3ODJtNDF2dnZtbTBmMXIzWDMzM2ZUbzBZTWxTNVlRRnhkSFVWRVIzM3p6RGNIQndRUUhCeE1VRkVSUVVCQ0JnWUVFQlFYeDJXZWZFUndjVEg1K1BxbXBxU3hac29UVTFGU2dKcUgrOHNzdlRmWkNVbE5UdmVZR3BPV1lwaGtBaFB2NStiVUZqS2IyUDkzTytBU3diZHUydi94Tis3dUtqbzVPTVF3am9aRmR5b0hOd0tycTZ1b1Bzckt5amdJNG5jNlpqUnh6MG02NDRRYXlzckpZdVhJbE9UazUzSHp6emRaelU2ZE90U1lwVC9USDZwZzJiZHBZVlVIejU4K251TGdZZ0lrVEoxcGxvRC8vL0RPdnZQSUttWm1aZE92V2phaW9LRHAwNk1ENjlldXQ4M3orK2VkTW16Yk5ldnpnZ3c4eWJ0eTRPaVdWVFdtc0dtanExS2xlWlpjZWo4ZXJFVzVxT0Nra0pJUXhZOFpndDlzWlAzNDhhV2xwaElhR3NucjFhdnIzNzA5b2FDaVZsWlc0WEM0MmI5NXNWVHRWVmxaNjlhSnV2UEZHSmt5WTROVWJPWHo0TUZWVlZZU0hoMXNUNWZWTktKOE8rbCtzMFZSUHlEVE5QTU13MXJyZDd2ZDM3Tmp4QlJvQ2t1WmltdVp2aG1GczlIZzhLNnFxcWxiczNyMjdiZ0grYVdZWUJoTW5UbVRkdW5VY1AzNmM2NjY3ams2ZDZ1OW9MRm15cE42aGwrTGlZbDU2NmFVR1grUDExMTluOGVMRmxKV1ZzWFhyVm1KaVlyajU1cHVKalkyMUVrQnFhaW9iTm16d09tN0lrQ0ZXNDc5NjlXcjY5ZXRIeDQ0ZDY1eS9vcUtDenovL25JeU1ETEt6c3drTURDUWlJZ0tBSFR0MjBMVnJWOXEyYlF2VU5PQmR1blNodkx3Y2w4dEZZR0FnblRwMXNzb3VtMG8yYTlldVpmNzgrWXdaTTRZSEhuaUF5c3BLYThGYVpXV2wxeEJRYmVNUE5aUHRoWVdGMk8xMnlzcktjTHZkVEo4K25iUzBOSHIwNkFIQWlCRWp5TTdPSmlVbHhkb21mejNUTkhNTXcxamo4WGlXYk4rKy9ldVdqcWVXRXNEWjZSaXczalRORHdzTEMxZm41ZVcxYU8zZnVlZWVXMmVoVnEyR0dzZlEwRkFtVFpvRTFGU3ovSEZDODYyMzNxSmJ0MjRNR1RLRVljT0c0WEE0aUl1TDg5cG42TkNoYk5xMGljR0RCL1BaWjU5NVBlZnhlRWhPVHNZMFRSWXRXc1NsbDE3cTlmeW9VYU00ZnZ3NGd3WU5JakV4a2FLaUltYlBuazFoWVNGUFAvMDBsMTU2S2ZQbXpTTWdJSUQ0K0hqaTQrT1pPM2N1Q3hZc1lQRGd3VHo3N0xQMDc5K2ZxcXFxSmhOQWJROGhLaXJLV29VY0ZCVFU0UDd4OGZIY2VlZWRiTjI2bGNzdnY1eWZmdnFKc3JJeW5uMzJXVXpUWk83Y3VYejExVmQxcnFmV2hnMGJhTmV1WGFNeHlXbXh6elROZnh1R3NTUXpNL052dWZwT0NlRHM4bjhlaitkL3E2cXExdXpldmJ1eTZkMy9Hc3VXTFR2cFkxd3VGd2tKRFk5bTFUYmFxMWF0WXZqdzRVeVpNb1ZycnJuR2E1K0xMcnFJOTk5L24rN2R1OWRKQUFVRkJkYWlxTnFKMmhON0lnY09IQ0F5TXBLRWhBUU9IanhJVkZRVVBYdjJKQ29xaW9pSUNMWnYzKzVWNWxwY1hHeXRVN2ppaWlzQXFLcXFvbFdyVmdBa0ppWlNWbGEzQXJlMHRKUmR1M1poczlubzA2Y1BtemR2QnJCNkcvWDUrdXV2NmRxMUt3TUdEQ0F5TXRLcXBobzBhQkJRTSt4enpqbm5BUERsbDE5U1dscktWVmRkWlUxNDExWUpTZk13VFhPYXgrTlp2R1BIanQwdEhVdFRsQURPSXBtWm1TdGFPb2I2ekowN2w3NTkrOWI3WFAvKy9iMkdPR3BGUkVUdzVwdHZBalcxK1FVRkJjRHZ0ZSsxRFdSV1ZoWkZSVVVOTG5EcTNyMDdBSzFhdGNMdGRyTng0MFppWW1Lc3RRSnQyclFoSkNRRWdQMzc5MXZIRFI4K25NTENRcjc0NGd2c2Rqc3Z2dmlpTldrOGZmcDA3cjMzWHRhc1dVUFBuajI1OGNZYmlZK1BwNlNraERadDJ0Q3JWeSsyYnQyS2FacFdZM3ZsbFZmaWRyczVkT2lRMXlLenJWdTM0bmE3NmRXckY2MWJ0K2E5OTk0RG9GKy9mdlZlVDBsSkNSNlBoNUNRRUFZTkdrUllXSmlWQUdxZHVQNWh4SWdSbEphV01uNzhlQTBCL1VVeU16TW50M1FNZjVZU2dEUzdSeDU1NUtTUGFkV3FGWnMzYjJieDRzVVVGQlJZRTVjWFhIQUJCdzhlSkM0dWpzREFRSDc5OVZmOC9mMnRUOTBONmRXckZ6dDM3bVRPbkRuTW1UUEgydDYvZjMvcjU2aW9LR0pqWTRtSmljRm1zekY1OG1RTXd5QTVPZGxyWXJWSGp4NDg5TkJEekpvMWk2VkxsNUtabVdsOVFWMWlZaUlUSmt5d1NsaHJLNWxXcmx6cE5hZlJ2bjE3b0daUkdrRGZ2bjE1L3ZubnljN09wbDI3ZGw0VDUxQ1RxRnd1RjQ4OTlwajFQcHgvL3ZsMXJyT2hDcUFUaDRBZWVPQ0JVL3FkeU5sSENVQ2EzYWxNQWdOMDd0d1psOHVGdytHd0dyQkpreVpodDlzNWRPZ1FwbW5TczJkUFJvd1lRWWNPSFJxTklUazVtZGRlZTQwZmYvd1JqOGREVUZBUTBkSFJQUHp3dzlZK2htRjROZEt0VzdjbUp5ZW4zcExKZSs2NWg0cUtDa2FOR2tWUVVCQ1RKMCttUzVjdXhNWEZzWDM3ZGxhdFdrWEhqaDJKajQ4SHZCdm1nSUFBeG93WkE4RDExMStQeStXaVg3OStCQVVGc1dYTEZwNTc3amxyc25mRWlCRTRIQTRpSWlKSVNVbGh6NTQ5WEgzMTFWNDloSDc5K2xtTDZScGFqM0NpMnVRam9ySXRzY3JXVHZlM1JCWVVGT0IydXpudnZQTWFISGMrY3VRSXBtazJPRWw4cHZCNFBOYndsTWZqd1RDTUJpZC9HNnNNcXF5c1BPUEc2R3VUbThwQXp6enFBVWl6cWErODhvK2FXaWw3cGpqeGUzbWErbzZleHFxQ3pyVEdYODVzdWlHTWlJaVBVZ0lRRWZGUlNnQWlJajVLQ1VCRXhFY3BBWWlJK0NnbEFCRVJINlVFSUNMaW81UUFSRVI4bEJLQWlJaVBVZ0lRRWZGUlNnQWlJajVLQ1VCRXhFY3BBWWlJK0NnbEFCRVJINlVFSUNMaW8zUS9BTEUwZER0QkVUazdxUWNnbUtiNWJVdkhJR2U4WFMwZGdJaUlpSWlJaUlpSWlJaUlpSWlJaUlpSWlJaUlpSWlJaUlpSWlJaUlpSWlJaUlpSWlJaUlpSWlJaUlpSWlJaUlpSWlJaUlpSWlJaUlpSWlJaUlpSWlJaUlpSWlJaUlpSWlJaUlpSWlJaUlpSWlJaUlpSWlJaUlpSWlJaUluUFgrSDd2eHo4MEJNUVFtQUFBQUFFbEZUa1N1UW1DQyIsCgkiVGhlbWUiIDogIiIsCgkiVHlwZSIgOiAiZmxvdyIsCgkiVmVyc2lvbiIgOiAiNCIKfQo="/>
    </extobj>
  </extobjs>
</s:customData>
</file>

<file path=customXml/itemProps1.xml><?xml version="1.0" encoding="utf-8"?>
<ds:datastoreItem xmlns:ds="http://schemas.openxmlformats.org/officeDocument/2006/customXml" ds:itemID="{06AC88F4-7A05-4CBB-9865-A4486D56D6BB}">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19728</TotalTime>
  <Words>744</Words>
  <Application>Microsoft Office PowerPoint</Application>
  <PresentationFormat>宽屏</PresentationFormat>
  <Paragraphs>74</Paragraphs>
  <Slides>15</Slides>
  <Notes>8</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15</vt:i4>
      </vt:variant>
    </vt:vector>
  </HeadingPairs>
  <TitlesOfParts>
    <vt:vector size="26" baseType="lpstr">
      <vt:lpstr>Microsoft YaHei UI</vt:lpstr>
      <vt:lpstr>等线</vt:lpstr>
      <vt:lpstr>微软雅黑</vt:lpstr>
      <vt:lpstr>Arial</vt:lpstr>
      <vt:lpstr>Calibri</vt:lpstr>
      <vt:lpstr>Impact</vt:lpstr>
      <vt:lpstr>Roboto Light</vt:lpstr>
      <vt:lpstr>Segoe UI</vt:lpstr>
      <vt:lpstr>Segoe UI Light</vt:lpstr>
      <vt:lpstr>Office 主题​​</vt:lpstr>
      <vt:lpstr>2_OfficePLUS</vt:lpstr>
      <vt:lpstr>东方杯经验分享</vt:lpstr>
      <vt:lpstr>赛事介绍</vt:lpstr>
      <vt:lpstr>赛事介绍</vt:lpstr>
      <vt:lpstr>赛题解析</vt:lpstr>
      <vt:lpstr>赛题解析</vt:lpstr>
      <vt:lpstr>赛题解析</vt:lpstr>
      <vt:lpstr>赛题解析</vt:lpstr>
      <vt:lpstr>赛题解析</vt:lpstr>
      <vt:lpstr>赛题解析</vt:lpstr>
      <vt:lpstr>评分标准与后续优化</vt:lpstr>
      <vt:lpstr>评分标准解析</vt:lpstr>
      <vt:lpstr>亮点优化，体现作品差异化</vt:lpstr>
      <vt:lpstr>补充说明</vt:lpstr>
      <vt:lpstr>补充说明</vt:lpstr>
      <vt:lpstr>谢谢大家!</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志浩 王</dc:creator>
  <cp:lastModifiedBy>dc w</cp:lastModifiedBy>
  <cp:revision>662</cp:revision>
  <dcterms:created xsi:type="dcterms:W3CDTF">2018-12-20T13:10:00Z</dcterms:created>
  <dcterms:modified xsi:type="dcterms:W3CDTF">2026-05-12T08:24:38Z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v-yunxl@microsoft.com</vt:lpwstr>
  </property>
  <property fmtid="{D5CDD505-2E9C-101B-9397-08002B2CF9AE}" pid="5" name="MSIP_Label_f42aa342-8706-4288-bd11-ebb85995028c_SetDate">
    <vt:lpwstr>2019-04-12T02:32:11.3712254Z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33fb340e-0a7b-4f47-a53e-1f796744a0fc</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ICV">
    <vt:lpwstr>61490D8CA0624506BE869A81367C8E9E_12</vt:lpwstr>
  </property>
  <property fmtid="{D5CDD505-2E9C-101B-9397-08002B2CF9AE}" pid="12" name="KSOProductBuildVer">
    <vt:lpwstr>2052-12.1.0.15712</vt:lpwstr>
  </property>
</Properties>
</file>